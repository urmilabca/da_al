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jpg" ContentType="image/jpg"/>
  <Default Extension="png" ContentType="image/pn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</p:sldIdLst>
  <p:sldSz cx="9144000" cy="6858000"/>
  <p:notesSz cx="9144000" cy="68580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Relationship Id="rId3" Type="http://schemas.openxmlformats.org/officeDocument/2006/relationships/image" Target="../media/image3.jpg"/><Relationship Id="rId4" Type="http://schemas.openxmlformats.org/officeDocument/2006/relationships/image" Target="../media/image4.png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222044" y="1990420"/>
            <a:ext cx="4221480" cy="10318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1" i="0">
                <a:solidFill>
                  <a:srgbClr val="006666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688340" y="3711016"/>
            <a:ext cx="4721860" cy="100202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rgbClr val="006666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rgbClr val="006666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857999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rgbClr val="006666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857999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638800" y="0"/>
            <a:ext cx="2667000" cy="1143000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0" y="0"/>
            <a:ext cx="1524000" cy="121920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526794" y="177800"/>
            <a:ext cx="5754624" cy="9714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1" i="0">
                <a:solidFill>
                  <a:srgbClr val="006666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231140" y="1921510"/>
            <a:ext cx="5026025" cy="33794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jpg"/><Relationship Id="rId3" Type="http://schemas.openxmlformats.org/officeDocument/2006/relationships/image" Target="../media/image6.png"/><Relationship Id="rId4" Type="http://schemas.openxmlformats.org/officeDocument/2006/relationships/image" Target="../media/image7.jpg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Relationship Id="rId3" Type="http://schemas.openxmlformats.org/officeDocument/2006/relationships/image" Target="../media/image9.jpg"/><Relationship Id="rId4" Type="http://schemas.openxmlformats.org/officeDocument/2006/relationships/image" Target="../media/image10.png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.jpg"/><Relationship Id="rId3" Type="http://schemas.openxmlformats.org/officeDocument/2006/relationships/image" Target="../media/image9.jpg"/><Relationship Id="rId4" Type="http://schemas.openxmlformats.org/officeDocument/2006/relationships/image" Target="../media/image12.png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jpg"/><Relationship Id="rId3" Type="http://schemas.openxmlformats.org/officeDocument/2006/relationships/image" Target="../media/image9.jpg"/><Relationship Id="rId4" Type="http://schemas.openxmlformats.org/officeDocument/2006/relationships/image" Target="../media/image13.png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.jpg"/><Relationship Id="rId3" Type="http://schemas.openxmlformats.org/officeDocument/2006/relationships/image" Target="../media/image9.jpg"/><Relationship Id="rId4" Type="http://schemas.openxmlformats.org/officeDocument/2006/relationships/image" Target="../media/image14.png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5.jpg"/><Relationship Id="rId3" Type="http://schemas.openxmlformats.org/officeDocument/2006/relationships/image" Target="../media/image9.jpg"/><Relationship Id="rId4" Type="http://schemas.openxmlformats.org/officeDocument/2006/relationships/image" Target="../media/image16.png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Relationship Id="rId3" Type="http://schemas.openxmlformats.org/officeDocument/2006/relationships/image" Target="../media/image9.jpg"/><Relationship Id="rId4" Type="http://schemas.openxmlformats.org/officeDocument/2006/relationships/image" Target="../media/image17.png"/><Relationship Id="rId5" Type="http://schemas.openxmlformats.org/officeDocument/2006/relationships/image" Target="../media/image18.png"/><Relationship Id="rId6" Type="http://schemas.openxmlformats.org/officeDocument/2006/relationships/image" Target="../media/image19.png"/><Relationship Id="rId7" Type="http://schemas.openxmlformats.org/officeDocument/2006/relationships/image" Target="../media/image20.png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1.jpg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2.jpg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3.jpg"/><Relationship Id="rId3" Type="http://schemas.openxmlformats.org/officeDocument/2006/relationships/image" Target="../media/image24.jpg"/></Relationships>
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5.jpg"/></Relationships>
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6.jpg"/></Relationships>
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7.jpg"/></Relationships>
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8.jpg"/></Relationships>
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3.jpg"/><Relationship Id="rId3" Type="http://schemas.openxmlformats.org/officeDocument/2006/relationships/image" Target="../media/image29.jpg"/></Relationships>
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30.jpg"/></Relationships>
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3.jpg"/><Relationship Id="rId3" Type="http://schemas.openxmlformats.org/officeDocument/2006/relationships/image" Target="../media/image31.jpg"/></Relationships>

</file>

<file path=ppt/slides/_rels/slide1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5.jpg"/><Relationship Id="rId3" Type="http://schemas.openxmlformats.org/officeDocument/2006/relationships/image" Target="../media/image9.jpg"/><Relationship Id="rId4" Type="http://schemas.openxmlformats.org/officeDocument/2006/relationships/image" Target="../media/image32.png"/></Relationships>

</file>

<file path=ppt/slides/_rels/slide2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5.jpg"/><Relationship Id="rId3" Type="http://schemas.openxmlformats.org/officeDocument/2006/relationships/image" Target="../media/image9.jpg"/><Relationship Id="rId4" Type="http://schemas.openxmlformats.org/officeDocument/2006/relationships/image" Target="../media/image33.png"/><Relationship Id="rId5" Type="http://schemas.openxmlformats.org/officeDocument/2006/relationships/image" Target="../media/image34.png"/><Relationship Id="rId6" Type="http://schemas.openxmlformats.org/officeDocument/2006/relationships/image" Target="../media/image35.png"/></Relationships>

</file>

<file path=ppt/slides/_rels/slide2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6.jpg"/><Relationship Id="rId3" Type="http://schemas.openxmlformats.org/officeDocument/2006/relationships/image" Target="../media/image9.jpg"/><Relationship Id="rId4" Type="http://schemas.openxmlformats.org/officeDocument/2006/relationships/image" Target="../media/image33.png"/><Relationship Id="rId5" Type="http://schemas.openxmlformats.org/officeDocument/2006/relationships/image" Target="../media/image37.png"/><Relationship Id="rId6" Type="http://schemas.openxmlformats.org/officeDocument/2006/relationships/image" Target="../media/image38.png"/><Relationship Id="rId7" Type="http://schemas.openxmlformats.org/officeDocument/2006/relationships/image" Target="../media/image39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857999"/>
          </a:xfrm>
          <a:prstGeom prst="rect">
            <a:avLst/>
          </a:prstGeom>
        </p:spPr>
      </p:pic>
      <p:pic>
        <p:nvPicPr>
          <p:cNvPr id="8" name="object 8" descr="WhatsApp Image 2026-09-22 at 2.12.07 AM.jpeg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04800" y="1676400"/>
            <a:ext cx="1239075" cy="1600200"/>
          </a:xfrm>
          <a:prstGeom prst="rect">
            <a:avLst/>
          </a:prstGeom>
        </p:spPr>
      </p:pic>
      <p:sp>
        <p:nvSpPr>
          <p:cNvPr id="9" name="object 9"/>
          <p:cNvSpPr/>
          <p:nvPr/>
        </p:nvSpPr>
        <p:spPr>
          <a:xfrm>
            <a:off x="1600200" y="1752600"/>
            <a:ext cx="1270" cy="1525270"/>
          </a:xfrm>
          <a:custGeom>
            <a:avLst/>
            <a:gdLst/>
            <a:ahLst/>
            <a:cxnLst/>
            <a:rect l="l" t="t" r="r" b="b"/>
            <a:pathLst>
              <a:path w="1269" h="1525270">
                <a:moveTo>
                  <a:pt x="762" y="0"/>
                </a:moveTo>
                <a:lnTo>
                  <a:pt x="0" y="1524762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3" name="object 3"/>
          <p:cNvGrpSpPr/>
          <p:nvPr/>
        </p:nvGrpSpPr>
        <p:grpSpPr>
          <a:xfrm>
            <a:off x="5943600" y="1737360"/>
            <a:ext cx="3200400" cy="5120640"/>
            <a:chOff x="5943600" y="1737360"/>
            <a:chExt cx="3200400" cy="5120640"/>
          </a:xfrm>
        </p:grpSpPr>
        <p:sp>
          <p:nvSpPr>
            <p:cNvPr id="4" name="object 4"/>
            <p:cNvSpPr/>
            <p:nvPr/>
          </p:nvSpPr>
          <p:spPr>
            <a:xfrm>
              <a:off x="5943600" y="2438400"/>
              <a:ext cx="3200400" cy="3124200"/>
            </a:xfrm>
            <a:custGeom>
              <a:avLst/>
              <a:gdLst/>
              <a:ahLst/>
              <a:cxnLst/>
              <a:rect l="l" t="t" r="r" b="b"/>
              <a:pathLst>
                <a:path w="3200400" h="3124200">
                  <a:moveTo>
                    <a:pt x="1600200" y="0"/>
                  </a:moveTo>
                  <a:lnTo>
                    <a:pt x="1551276" y="716"/>
                  </a:lnTo>
                  <a:lnTo>
                    <a:pt x="1502717" y="2850"/>
                  </a:lnTo>
                  <a:lnTo>
                    <a:pt x="1454545" y="6383"/>
                  </a:lnTo>
                  <a:lnTo>
                    <a:pt x="1406780" y="11294"/>
                  </a:lnTo>
                  <a:lnTo>
                    <a:pt x="1359442" y="17562"/>
                  </a:lnTo>
                  <a:lnTo>
                    <a:pt x="1312554" y="25167"/>
                  </a:lnTo>
                  <a:lnTo>
                    <a:pt x="1266136" y="34089"/>
                  </a:lnTo>
                  <a:lnTo>
                    <a:pt x="1220209" y="44307"/>
                  </a:lnTo>
                  <a:lnTo>
                    <a:pt x="1174794" y="55800"/>
                  </a:lnTo>
                  <a:lnTo>
                    <a:pt x="1129911" y="68549"/>
                  </a:lnTo>
                  <a:lnTo>
                    <a:pt x="1085582" y="82532"/>
                  </a:lnTo>
                  <a:lnTo>
                    <a:pt x="1041827" y="97730"/>
                  </a:lnTo>
                  <a:lnTo>
                    <a:pt x="998668" y="114122"/>
                  </a:lnTo>
                  <a:lnTo>
                    <a:pt x="956125" y="131687"/>
                  </a:lnTo>
                  <a:lnTo>
                    <a:pt x="914220" y="150405"/>
                  </a:lnTo>
                  <a:lnTo>
                    <a:pt x="872972" y="170256"/>
                  </a:lnTo>
                  <a:lnTo>
                    <a:pt x="832404" y="191220"/>
                  </a:lnTo>
                  <a:lnTo>
                    <a:pt x="792536" y="213275"/>
                  </a:lnTo>
                  <a:lnTo>
                    <a:pt x="753389" y="236401"/>
                  </a:lnTo>
                  <a:lnTo>
                    <a:pt x="714984" y="260579"/>
                  </a:lnTo>
                  <a:lnTo>
                    <a:pt x="677341" y="285787"/>
                  </a:lnTo>
                  <a:lnTo>
                    <a:pt x="640482" y="312005"/>
                  </a:lnTo>
                  <a:lnTo>
                    <a:pt x="604428" y="339213"/>
                  </a:lnTo>
                  <a:lnTo>
                    <a:pt x="569200" y="367390"/>
                  </a:lnTo>
                  <a:lnTo>
                    <a:pt x="534818" y="396516"/>
                  </a:lnTo>
                  <a:lnTo>
                    <a:pt x="501303" y="426570"/>
                  </a:lnTo>
                  <a:lnTo>
                    <a:pt x="468677" y="457533"/>
                  </a:lnTo>
                  <a:lnTo>
                    <a:pt x="436960" y="489383"/>
                  </a:lnTo>
                  <a:lnTo>
                    <a:pt x="406173" y="522100"/>
                  </a:lnTo>
                  <a:lnTo>
                    <a:pt x="376338" y="555664"/>
                  </a:lnTo>
                  <a:lnTo>
                    <a:pt x="347474" y="590054"/>
                  </a:lnTo>
                  <a:lnTo>
                    <a:pt x="319603" y="625250"/>
                  </a:lnTo>
                  <a:lnTo>
                    <a:pt x="292746" y="661231"/>
                  </a:lnTo>
                  <a:lnTo>
                    <a:pt x="266924" y="697977"/>
                  </a:lnTo>
                  <a:lnTo>
                    <a:pt x="242158" y="735468"/>
                  </a:lnTo>
                  <a:lnTo>
                    <a:pt x="218468" y="773684"/>
                  </a:lnTo>
                  <a:lnTo>
                    <a:pt x="195875" y="812602"/>
                  </a:lnTo>
                  <a:lnTo>
                    <a:pt x="174402" y="852204"/>
                  </a:lnTo>
                  <a:lnTo>
                    <a:pt x="154067" y="892469"/>
                  </a:lnTo>
                  <a:lnTo>
                    <a:pt x="134893" y="933377"/>
                  </a:lnTo>
                  <a:lnTo>
                    <a:pt x="116900" y="974906"/>
                  </a:lnTo>
                  <a:lnTo>
                    <a:pt x="100109" y="1017037"/>
                  </a:lnTo>
                  <a:lnTo>
                    <a:pt x="84541" y="1059750"/>
                  </a:lnTo>
                  <a:lnTo>
                    <a:pt x="70217" y="1103023"/>
                  </a:lnTo>
                  <a:lnTo>
                    <a:pt x="57158" y="1146836"/>
                  </a:lnTo>
                  <a:lnTo>
                    <a:pt x="45385" y="1191169"/>
                  </a:lnTo>
                  <a:lnTo>
                    <a:pt x="34919" y="1236002"/>
                  </a:lnTo>
                  <a:lnTo>
                    <a:pt x="25780" y="1281313"/>
                  </a:lnTo>
                  <a:lnTo>
                    <a:pt x="17990" y="1327084"/>
                  </a:lnTo>
                  <a:lnTo>
                    <a:pt x="11569" y="1373292"/>
                  </a:lnTo>
                  <a:lnTo>
                    <a:pt x="6539" y="1419918"/>
                  </a:lnTo>
                  <a:lnTo>
                    <a:pt x="2920" y="1466942"/>
                  </a:lnTo>
                  <a:lnTo>
                    <a:pt x="733" y="1514343"/>
                  </a:lnTo>
                  <a:lnTo>
                    <a:pt x="0" y="1562100"/>
                  </a:lnTo>
                  <a:lnTo>
                    <a:pt x="733" y="1609856"/>
                  </a:lnTo>
                  <a:lnTo>
                    <a:pt x="2920" y="1657257"/>
                  </a:lnTo>
                  <a:lnTo>
                    <a:pt x="6539" y="1704281"/>
                  </a:lnTo>
                  <a:lnTo>
                    <a:pt x="11569" y="1750907"/>
                  </a:lnTo>
                  <a:lnTo>
                    <a:pt x="17990" y="1797115"/>
                  </a:lnTo>
                  <a:lnTo>
                    <a:pt x="25780" y="1842886"/>
                  </a:lnTo>
                  <a:lnTo>
                    <a:pt x="34919" y="1888197"/>
                  </a:lnTo>
                  <a:lnTo>
                    <a:pt x="45385" y="1933030"/>
                  </a:lnTo>
                  <a:lnTo>
                    <a:pt x="57158" y="1977363"/>
                  </a:lnTo>
                  <a:lnTo>
                    <a:pt x="70217" y="2021176"/>
                  </a:lnTo>
                  <a:lnTo>
                    <a:pt x="84541" y="2064449"/>
                  </a:lnTo>
                  <a:lnTo>
                    <a:pt x="100109" y="2107162"/>
                  </a:lnTo>
                  <a:lnTo>
                    <a:pt x="116900" y="2149293"/>
                  </a:lnTo>
                  <a:lnTo>
                    <a:pt x="134893" y="2190822"/>
                  </a:lnTo>
                  <a:lnTo>
                    <a:pt x="154067" y="2231730"/>
                  </a:lnTo>
                  <a:lnTo>
                    <a:pt x="174402" y="2271995"/>
                  </a:lnTo>
                  <a:lnTo>
                    <a:pt x="195875" y="2311597"/>
                  </a:lnTo>
                  <a:lnTo>
                    <a:pt x="218468" y="2350516"/>
                  </a:lnTo>
                  <a:lnTo>
                    <a:pt x="242158" y="2388731"/>
                  </a:lnTo>
                  <a:lnTo>
                    <a:pt x="266924" y="2426222"/>
                  </a:lnTo>
                  <a:lnTo>
                    <a:pt x="292746" y="2462968"/>
                  </a:lnTo>
                  <a:lnTo>
                    <a:pt x="319603" y="2498949"/>
                  </a:lnTo>
                  <a:lnTo>
                    <a:pt x="347474" y="2534145"/>
                  </a:lnTo>
                  <a:lnTo>
                    <a:pt x="376338" y="2568535"/>
                  </a:lnTo>
                  <a:lnTo>
                    <a:pt x="406173" y="2602099"/>
                  </a:lnTo>
                  <a:lnTo>
                    <a:pt x="436960" y="2634816"/>
                  </a:lnTo>
                  <a:lnTo>
                    <a:pt x="468677" y="2666666"/>
                  </a:lnTo>
                  <a:lnTo>
                    <a:pt x="501303" y="2697629"/>
                  </a:lnTo>
                  <a:lnTo>
                    <a:pt x="534818" y="2727683"/>
                  </a:lnTo>
                  <a:lnTo>
                    <a:pt x="569200" y="2756809"/>
                  </a:lnTo>
                  <a:lnTo>
                    <a:pt x="604428" y="2784986"/>
                  </a:lnTo>
                  <a:lnTo>
                    <a:pt x="640482" y="2812194"/>
                  </a:lnTo>
                  <a:lnTo>
                    <a:pt x="677341" y="2838412"/>
                  </a:lnTo>
                  <a:lnTo>
                    <a:pt x="714984" y="2863620"/>
                  </a:lnTo>
                  <a:lnTo>
                    <a:pt x="753389" y="2887798"/>
                  </a:lnTo>
                  <a:lnTo>
                    <a:pt x="792536" y="2910924"/>
                  </a:lnTo>
                  <a:lnTo>
                    <a:pt x="832404" y="2932979"/>
                  </a:lnTo>
                  <a:lnTo>
                    <a:pt x="872972" y="2953943"/>
                  </a:lnTo>
                  <a:lnTo>
                    <a:pt x="914220" y="2973794"/>
                  </a:lnTo>
                  <a:lnTo>
                    <a:pt x="956125" y="2992512"/>
                  </a:lnTo>
                  <a:lnTo>
                    <a:pt x="998668" y="3010077"/>
                  </a:lnTo>
                  <a:lnTo>
                    <a:pt x="1041827" y="3026469"/>
                  </a:lnTo>
                  <a:lnTo>
                    <a:pt x="1085582" y="3041667"/>
                  </a:lnTo>
                  <a:lnTo>
                    <a:pt x="1129911" y="3055650"/>
                  </a:lnTo>
                  <a:lnTo>
                    <a:pt x="1174794" y="3068399"/>
                  </a:lnTo>
                  <a:lnTo>
                    <a:pt x="1220209" y="3079892"/>
                  </a:lnTo>
                  <a:lnTo>
                    <a:pt x="1266136" y="3090110"/>
                  </a:lnTo>
                  <a:lnTo>
                    <a:pt x="1312554" y="3099032"/>
                  </a:lnTo>
                  <a:lnTo>
                    <a:pt x="1359442" y="3106637"/>
                  </a:lnTo>
                  <a:lnTo>
                    <a:pt x="1406780" y="3112905"/>
                  </a:lnTo>
                  <a:lnTo>
                    <a:pt x="1454545" y="3117816"/>
                  </a:lnTo>
                  <a:lnTo>
                    <a:pt x="1502717" y="3121349"/>
                  </a:lnTo>
                  <a:lnTo>
                    <a:pt x="1551276" y="3123483"/>
                  </a:lnTo>
                  <a:lnTo>
                    <a:pt x="1600200" y="3124200"/>
                  </a:lnTo>
                  <a:lnTo>
                    <a:pt x="1649123" y="3123483"/>
                  </a:lnTo>
                  <a:lnTo>
                    <a:pt x="1697682" y="3121349"/>
                  </a:lnTo>
                  <a:lnTo>
                    <a:pt x="1745854" y="3117816"/>
                  </a:lnTo>
                  <a:lnTo>
                    <a:pt x="1793619" y="3112905"/>
                  </a:lnTo>
                  <a:lnTo>
                    <a:pt x="1840957" y="3106637"/>
                  </a:lnTo>
                  <a:lnTo>
                    <a:pt x="1887845" y="3099032"/>
                  </a:lnTo>
                  <a:lnTo>
                    <a:pt x="1934263" y="3090110"/>
                  </a:lnTo>
                  <a:lnTo>
                    <a:pt x="1980190" y="3079892"/>
                  </a:lnTo>
                  <a:lnTo>
                    <a:pt x="2025605" y="3068399"/>
                  </a:lnTo>
                  <a:lnTo>
                    <a:pt x="2070488" y="3055650"/>
                  </a:lnTo>
                  <a:lnTo>
                    <a:pt x="2114817" y="3041667"/>
                  </a:lnTo>
                  <a:lnTo>
                    <a:pt x="2158572" y="3026469"/>
                  </a:lnTo>
                  <a:lnTo>
                    <a:pt x="2201731" y="3010077"/>
                  </a:lnTo>
                  <a:lnTo>
                    <a:pt x="2244274" y="2992512"/>
                  </a:lnTo>
                  <a:lnTo>
                    <a:pt x="2286179" y="2973794"/>
                  </a:lnTo>
                  <a:lnTo>
                    <a:pt x="2327427" y="2953943"/>
                  </a:lnTo>
                  <a:lnTo>
                    <a:pt x="2367995" y="2932979"/>
                  </a:lnTo>
                  <a:lnTo>
                    <a:pt x="2407863" y="2910924"/>
                  </a:lnTo>
                  <a:lnTo>
                    <a:pt x="2447010" y="2887798"/>
                  </a:lnTo>
                  <a:lnTo>
                    <a:pt x="2485415" y="2863620"/>
                  </a:lnTo>
                  <a:lnTo>
                    <a:pt x="2523058" y="2838412"/>
                  </a:lnTo>
                  <a:lnTo>
                    <a:pt x="2559917" y="2812194"/>
                  </a:lnTo>
                  <a:lnTo>
                    <a:pt x="2595971" y="2784986"/>
                  </a:lnTo>
                  <a:lnTo>
                    <a:pt x="2631199" y="2756809"/>
                  </a:lnTo>
                  <a:lnTo>
                    <a:pt x="2665581" y="2727683"/>
                  </a:lnTo>
                  <a:lnTo>
                    <a:pt x="2699096" y="2697629"/>
                  </a:lnTo>
                  <a:lnTo>
                    <a:pt x="2731722" y="2666666"/>
                  </a:lnTo>
                  <a:lnTo>
                    <a:pt x="2763439" y="2634816"/>
                  </a:lnTo>
                  <a:lnTo>
                    <a:pt x="2794226" y="2602099"/>
                  </a:lnTo>
                  <a:lnTo>
                    <a:pt x="2824061" y="2568535"/>
                  </a:lnTo>
                  <a:lnTo>
                    <a:pt x="2852925" y="2534145"/>
                  </a:lnTo>
                  <a:lnTo>
                    <a:pt x="2880796" y="2498949"/>
                  </a:lnTo>
                  <a:lnTo>
                    <a:pt x="2907653" y="2462968"/>
                  </a:lnTo>
                  <a:lnTo>
                    <a:pt x="2933475" y="2426222"/>
                  </a:lnTo>
                  <a:lnTo>
                    <a:pt x="2958241" y="2388731"/>
                  </a:lnTo>
                  <a:lnTo>
                    <a:pt x="2981931" y="2350516"/>
                  </a:lnTo>
                  <a:lnTo>
                    <a:pt x="3004524" y="2311597"/>
                  </a:lnTo>
                  <a:lnTo>
                    <a:pt x="3025997" y="2271995"/>
                  </a:lnTo>
                  <a:lnTo>
                    <a:pt x="3046332" y="2231730"/>
                  </a:lnTo>
                  <a:lnTo>
                    <a:pt x="3065506" y="2190822"/>
                  </a:lnTo>
                  <a:lnTo>
                    <a:pt x="3083499" y="2149293"/>
                  </a:lnTo>
                  <a:lnTo>
                    <a:pt x="3100290" y="2107162"/>
                  </a:lnTo>
                  <a:lnTo>
                    <a:pt x="3115858" y="2064449"/>
                  </a:lnTo>
                  <a:lnTo>
                    <a:pt x="3130182" y="2021176"/>
                  </a:lnTo>
                  <a:lnTo>
                    <a:pt x="3143241" y="1977363"/>
                  </a:lnTo>
                  <a:lnTo>
                    <a:pt x="3155014" y="1933030"/>
                  </a:lnTo>
                  <a:lnTo>
                    <a:pt x="3165480" y="1888197"/>
                  </a:lnTo>
                  <a:lnTo>
                    <a:pt x="3174619" y="1842886"/>
                  </a:lnTo>
                  <a:lnTo>
                    <a:pt x="3182409" y="1797115"/>
                  </a:lnTo>
                  <a:lnTo>
                    <a:pt x="3188830" y="1750907"/>
                  </a:lnTo>
                  <a:lnTo>
                    <a:pt x="3193860" y="1704281"/>
                  </a:lnTo>
                  <a:lnTo>
                    <a:pt x="3197479" y="1657257"/>
                  </a:lnTo>
                  <a:lnTo>
                    <a:pt x="3199666" y="1609856"/>
                  </a:lnTo>
                  <a:lnTo>
                    <a:pt x="3200400" y="1562100"/>
                  </a:lnTo>
                  <a:lnTo>
                    <a:pt x="3199666" y="1514343"/>
                  </a:lnTo>
                  <a:lnTo>
                    <a:pt x="3197479" y="1466942"/>
                  </a:lnTo>
                  <a:lnTo>
                    <a:pt x="3193860" y="1419918"/>
                  </a:lnTo>
                  <a:lnTo>
                    <a:pt x="3188830" y="1373292"/>
                  </a:lnTo>
                  <a:lnTo>
                    <a:pt x="3182409" y="1327084"/>
                  </a:lnTo>
                  <a:lnTo>
                    <a:pt x="3174619" y="1281313"/>
                  </a:lnTo>
                  <a:lnTo>
                    <a:pt x="3165480" y="1236002"/>
                  </a:lnTo>
                  <a:lnTo>
                    <a:pt x="3155014" y="1191169"/>
                  </a:lnTo>
                  <a:lnTo>
                    <a:pt x="3143241" y="1146836"/>
                  </a:lnTo>
                  <a:lnTo>
                    <a:pt x="3130182" y="1103023"/>
                  </a:lnTo>
                  <a:lnTo>
                    <a:pt x="3115858" y="1059750"/>
                  </a:lnTo>
                  <a:lnTo>
                    <a:pt x="3100290" y="1017037"/>
                  </a:lnTo>
                  <a:lnTo>
                    <a:pt x="3083499" y="974906"/>
                  </a:lnTo>
                  <a:lnTo>
                    <a:pt x="3065506" y="933377"/>
                  </a:lnTo>
                  <a:lnTo>
                    <a:pt x="3046332" y="892469"/>
                  </a:lnTo>
                  <a:lnTo>
                    <a:pt x="3025997" y="852204"/>
                  </a:lnTo>
                  <a:lnTo>
                    <a:pt x="3004524" y="812602"/>
                  </a:lnTo>
                  <a:lnTo>
                    <a:pt x="2981931" y="773684"/>
                  </a:lnTo>
                  <a:lnTo>
                    <a:pt x="2958241" y="735468"/>
                  </a:lnTo>
                  <a:lnTo>
                    <a:pt x="2933475" y="697977"/>
                  </a:lnTo>
                  <a:lnTo>
                    <a:pt x="2907653" y="661231"/>
                  </a:lnTo>
                  <a:lnTo>
                    <a:pt x="2880796" y="625250"/>
                  </a:lnTo>
                  <a:lnTo>
                    <a:pt x="2852925" y="590054"/>
                  </a:lnTo>
                  <a:lnTo>
                    <a:pt x="2824061" y="555664"/>
                  </a:lnTo>
                  <a:lnTo>
                    <a:pt x="2794226" y="522100"/>
                  </a:lnTo>
                  <a:lnTo>
                    <a:pt x="2763439" y="489383"/>
                  </a:lnTo>
                  <a:lnTo>
                    <a:pt x="2731722" y="457533"/>
                  </a:lnTo>
                  <a:lnTo>
                    <a:pt x="2699096" y="426570"/>
                  </a:lnTo>
                  <a:lnTo>
                    <a:pt x="2665581" y="396516"/>
                  </a:lnTo>
                  <a:lnTo>
                    <a:pt x="2631199" y="367390"/>
                  </a:lnTo>
                  <a:lnTo>
                    <a:pt x="2595971" y="339213"/>
                  </a:lnTo>
                  <a:lnTo>
                    <a:pt x="2559917" y="312005"/>
                  </a:lnTo>
                  <a:lnTo>
                    <a:pt x="2523058" y="285787"/>
                  </a:lnTo>
                  <a:lnTo>
                    <a:pt x="2485415" y="260579"/>
                  </a:lnTo>
                  <a:lnTo>
                    <a:pt x="2447010" y="236401"/>
                  </a:lnTo>
                  <a:lnTo>
                    <a:pt x="2407863" y="213275"/>
                  </a:lnTo>
                  <a:lnTo>
                    <a:pt x="2367995" y="191220"/>
                  </a:lnTo>
                  <a:lnTo>
                    <a:pt x="2327427" y="170256"/>
                  </a:lnTo>
                  <a:lnTo>
                    <a:pt x="2286179" y="150405"/>
                  </a:lnTo>
                  <a:lnTo>
                    <a:pt x="2244274" y="131687"/>
                  </a:lnTo>
                  <a:lnTo>
                    <a:pt x="2201731" y="114122"/>
                  </a:lnTo>
                  <a:lnTo>
                    <a:pt x="2158572" y="97730"/>
                  </a:lnTo>
                  <a:lnTo>
                    <a:pt x="2114817" y="82532"/>
                  </a:lnTo>
                  <a:lnTo>
                    <a:pt x="2070488" y="68549"/>
                  </a:lnTo>
                  <a:lnTo>
                    <a:pt x="2025605" y="55800"/>
                  </a:lnTo>
                  <a:lnTo>
                    <a:pt x="1980190" y="44307"/>
                  </a:lnTo>
                  <a:lnTo>
                    <a:pt x="1934263" y="34089"/>
                  </a:lnTo>
                  <a:lnTo>
                    <a:pt x="1887845" y="25167"/>
                  </a:lnTo>
                  <a:lnTo>
                    <a:pt x="1840957" y="17562"/>
                  </a:lnTo>
                  <a:lnTo>
                    <a:pt x="1793619" y="11294"/>
                  </a:lnTo>
                  <a:lnTo>
                    <a:pt x="1745854" y="6383"/>
                  </a:lnTo>
                  <a:lnTo>
                    <a:pt x="1697682" y="2850"/>
                  </a:lnTo>
                  <a:lnTo>
                    <a:pt x="1649123" y="716"/>
                  </a:lnTo>
                  <a:lnTo>
                    <a:pt x="16002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" name="object 5" descr="WhatsApp Image 2026-09-22 at 1.58.52 AM.jpeg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007607" y="1737360"/>
              <a:ext cx="3136391" cy="5120640"/>
            </a:xfrm>
            <a:prstGeom prst="rect">
              <a:avLst/>
            </a:prstGeom>
          </p:spPr>
        </p:pic>
      </p:grpSp>
      <p:sp>
        <p:nvSpPr>
          <p:cNvPr id="6" name="object 6" descr="$PPTXTitle"/>
          <p:cNvSpPr txBox="1"/>
          <p:nvPr/>
        </p:nvSpPr>
        <p:spPr>
          <a:xfrm>
            <a:off x="1770633" y="1254333"/>
            <a:ext cx="4707255" cy="1997075"/>
          </a:xfrm>
          <a:prstGeom prst="rect">
            <a:avLst/>
          </a:prstGeom>
        </p:spPr>
        <p:txBody>
          <a:bodyPr wrap="square" lIns="0" tIns="1676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20"/>
              </a:spcBef>
            </a:pPr>
            <a:r>
              <a:rPr dirty="0" sz="8800" spc="-10" b="1">
                <a:latin typeface="Calibri"/>
                <a:cs typeface="Calibri"/>
              </a:rPr>
              <a:t>Feed</a:t>
            </a:r>
            <a:r>
              <a:rPr dirty="0" sz="8800" spc="-10" b="1">
                <a:solidFill>
                  <a:srgbClr val="006666"/>
                </a:solidFill>
                <a:latin typeface="Calibri"/>
                <a:cs typeface="Calibri"/>
              </a:rPr>
              <a:t>Need</a:t>
            </a:r>
            <a:endParaRPr sz="8800">
              <a:latin typeface="Calibri"/>
              <a:cs typeface="Calibri"/>
            </a:endParaRPr>
          </a:p>
          <a:p>
            <a:pPr marL="165100">
              <a:lnSpc>
                <a:spcPct val="100000"/>
              </a:lnSpc>
              <a:spcBef>
                <a:spcPts val="384"/>
              </a:spcBef>
            </a:pPr>
            <a:r>
              <a:rPr dirty="0" sz="2800">
                <a:latin typeface="Calibri"/>
                <a:cs typeface="Calibri"/>
              </a:rPr>
              <a:t>Share</a:t>
            </a:r>
            <a:r>
              <a:rPr dirty="0" sz="2800" spc="-9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Food</a:t>
            </a:r>
            <a:r>
              <a:rPr dirty="0" sz="2800" spc="-8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Share</a:t>
            </a:r>
            <a:r>
              <a:rPr dirty="0" sz="2800" spc="-95">
                <a:latin typeface="Calibri"/>
                <a:cs typeface="Calibri"/>
              </a:rPr>
              <a:t> </a:t>
            </a:r>
            <a:r>
              <a:rPr dirty="0" sz="2800" spc="-20">
                <a:latin typeface="Calibri"/>
                <a:cs typeface="Calibri"/>
              </a:rPr>
              <a:t>Hope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ubTitle" idx="4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dirty="0" sz="3200" b="1">
                <a:solidFill>
                  <a:srgbClr val="006666"/>
                </a:solidFill>
                <a:latin typeface="Calibri"/>
                <a:cs typeface="Calibri"/>
              </a:rPr>
              <a:t>Online</a:t>
            </a:r>
            <a:r>
              <a:rPr dirty="0" sz="3200" spc="-80" b="1">
                <a:solidFill>
                  <a:srgbClr val="006666"/>
                </a:solidFill>
                <a:latin typeface="Calibri"/>
                <a:cs typeface="Calibri"/>
              </a:rPr>
              <a:t> </a:t>
            </a:r>
            <a:r>
              <a:rPr dirty="0" sz="3200" b="1">
                <a:solidFill>
                  <a:srgbClr val="006666"/>
                </a:solidFill>
                <a:latin typeface="Calibri"/>
                <a:cs typeface="Calibri"/>
              </a:rPr>
              <a:t>Food</a:t>
            </a:r>
            <a:r>
              <a:rPr dirty="0" sz="3200" spc="-50" b="1">
                <a:solidFill>
                  <a:srgbClr val="006666"/>
                </a:solidFill>
                <a:latin typeface="Calibri"/>
                <a:cs typeface="Calibri"/>
              </a:rPr>
              <a:t> </a:t>
            </a:r>
            <a:r>
              <a:rPr dirty="0" sz="3200" b="1">
                <a:solidFill>
                  <a:srgbClr val="006666"/>
                </a:solidFill>
                <a:latin typeface="Calibri"/>
                <a:cs typeface="Calibri"/>
              </a:rPr>
              <a:t>Donation</a:t>
            </a:r>
            <a:r>
              <a:rPr dirty="0" sz="3200" spc="-75" b="1">
                <a:solidFill>
                  <a:srgbClr val="006666"/>
                </a:solidFill>
                <a:latin typeface="Calibri"/>
                <a:cs typeface="Calibri"/>
              </a:rPr>
              <a:t> </a:t>
            </a:r>
            <a:r>
              <a:rPr dirty="0" sz="3200" spc="-25" b="1">
                <a:solidFill>
                  <a:srgbClr val="006666"/>
                </a:solidFill>
                <a:latin typeface="Calibri"/>
                <a:cs typeface="Calibri"/>
              </a:rPr>
              <a:t>and </a:t>
            </a:r>
            <a:r>
              <a:rPr dirty="0" sz="3200" spc="-20" b="1">
                <a:solidFill>
                  <a:srgbClr val="006666"/>
                </a:solidFill>
                <a:latin typeface="Calibri"/>
                <a:cs typeface="Calibri"/>
              </a:rPr>
              <a:t>Waste</a:t>
            </a:r>
            <a:r>
              <a:rPr dirty="0" sz="3200" spc="-140" b="1">
                <a:solidFill>
                  <a:srgbClr val="006666"/>
                </a:solidFill>
                <a:latin typeface="Calibri"/>
                <a:cs typeface="Calibri"/>
              </a:rPr>
              <a:t> </a:t>
            </a:r>
            <a:r>
              <a:rPr dirty="0" sz="3200" b="1">
                <a:solidFill>
                  <a:srgbClr val="006666"/>
                </a:solidFill>
                <a:latin typeface="Calibri"/>
                <a:cs typeface="Calibri"/>
              </a:rPr>
              <a:t>Management</a:t>
            </a:r>
            <a:r>
              <a:rPr dirty="0" sz="3200" spc="-135" b="1">
                <a:solidFill>
                  <a:srgbClr val="006666"/>
                </a:solidFill>
                <a:latin typeface="Calibri"/>
                <a:cs typeface="Calibri"/>
              </a:rPr>
              <a:t> </a:t>
            </a:r>
            <a:r>
              <a:rPr dirty="0" sz="3200" spc="-20" b="1">
                <a:solidFill>
                  <a:srgbClr val="006666"/>
                </a:solidFill>
                <a:latin typeface="Calibri"/>
                <a:cs typeface="Calibri"/>
              </a:rPr>
              <a:t>System</a:t>
            </a:r>
            <a:endParaRPr sz="3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741170" y="1311909"/>
            <a:ext cx="5869940" cy="252603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105"/>
              </a:spcBef>
            </a:pPr>
            <a:r>
              <a:rPr dirty="0" sz="2000" spc="-40" b="1">
                <a:latin typeface="Calibri"/>
                <a:cs typeface="Calibri"/>
              </a:rPr>
              <a:t>VIDYAWATI</a:t>
            </a:r>
            <a:r>
              <a:rPr dirty="0" sz="2000" spc="31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MUKAND</a:t>
            </a:r>
            <a:r>
              <a:rPr dirty="0" sz="2000" spc="32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LAL</a:t>
            </a:r>
            <a:r>
              <a:rPr dirty="0" sz="2000" spc="-7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GIRLS</a:t>
            </a:r>
            <a:r>
              <a:rPr dirty="0" sz="2000" spc="-5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COLLEGE,</a:t>
            </a:r>
            <a:r>
              <a:rPr dirty="0" sz="2000" spc="-65" b="1">
                <a:latin typeface="Calibri"/>
                <a:cs typeface="Calibri"/>
              </a:rPr>
              <a:t> </a:t>
            </a:r>
            <a:r>
              <a:rPr dirty="0" sz="2000" spc="-10" b="1">
                <a:latin typeface="Calibri"/>
                <a:cs typeface="Calibri"/>
              </a:rPr>
              <a:t>GHAZIABAD</a:t>
            </a:r>
            <a:endParaRPr sz="2000">
              <a:latin typeface="Calibri"/>
              <a:cs typeface="Calibri"/>
            </a:endParaRPr>
          </a:p>
          <a:p>
            <a:pPr algn="ctr" marL="2026285" marR="2487930">
              <a:lnSpc>
                <a:spcPct val="100000"/>
              </a:lnSpc>
            </a:pPr>
            <a:r>
              <a:rPr dirty="0" sz="2000" spc="-10" b="1">
                <a:latin typeface="Calibri"/>
                <a:cs typeface="Calibri"/>
              </a:rPr>
              <a:t>Presentation </a:t>
            </a:r>
            <a:r>
              <a:rPr dirty="0" sz="2000" spc="-25" b="1">
                <a:latin typeface="Calibri"/>
                <a:cs typeface="Calibri"/>
              </a:rPr>
              <a:t>ON</a:t>
            </a:r>
            <a:endParaRPr sz="2000">
              <a:latin typeface="Calibri"/>
              <a:cs typeface="Calibri"/>
            </a:endParaRPr>
          </a:p>
          <a:p>
            <a:pPr algn="ctr" marR="244475">
              <a:lnSpc>
                <a:spcPct val="100000"/>
              </a:lnSpc>
            </a:pPr>
            <a:r>
              <a:rPr dirty="0" sz="2000" b="1">
                <a:latin typeface="Calibri"/>
                <a:cs typeface="Calibri"/>
              </a:rPr>
              <a:t>“FEEDNEED”-</a:t>
            </a:r>
            <a:r>
              <a:rPr dirty="0" sz="2000" spc="-4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(online</a:t>
            </a:r>
            <a:r>
              <a:rPr dirty="0" sz="2000" spc="-6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food</a:t>
            </a:r>
            <a:r>
              <a:rPr dirty="0" sz="2000" spc="-5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donations</a:t>
            </a:r>
            <a:r>
              <a:rPr dirty="0" sz="2000" spc="-70" b="1">
                <a:latin typeface="Calibri"/>
                <a:cs typeface="Calibri"/>
              </a:rPr>
              <a:t> </a:t>
            </a:r>
            <a:r>
              <a:rPr dirty="0" sz="2000" spc="-25" b="1">
                <a:latin typeface="Calibri"/>
                <a:cs typeface="Calibri"/>
              </a:rPr>
              <a:t>and</a:t>
            </a:r>
            <a:endParaRPr sz="2000">
              <a:latin typeface="Calibri"/>
              <a:cs typeface="Calibri"/>
            </a:endParaRPr>
          </a:p>
          <a:p>
            <a:pPr algn="ctr" marR="459740">
              <a:lnSpc>
                <a:spcPct val="100000"/>
              </a:lnSpc>
            </a:pPr>
            <a:r>
              <a:rPr dirty="0" sz="2000" b="1">
                <a:latin typeface="Calibri"/>
                <a:cs typeface="Calibri"/>
              </a:rPr>
              <a:t>waste</a:t>
            </a:r>
            <a:r>
              <a:rPr dirty="0" sz="2000" spc="-65" b="1">
                <a:latin typeface="Calibri"/>
                <a:cs typeface="Calibri"/>
              </a:rPr>
              <a:t> </a:t>
            </a:r>
            <a:r>
              <a:rPr dirty="0" sz="2000" spc="-10" b="1">
                <a:latin typeface="Calibri"/>
                <a:cs typeface="Calibri"/>
              </a:rPr>
              <a:t>management</a:t>
            </a:r>
            <a:r>
              <a:rPr dirty="0" sz="2000" spc="-60" b="1">
                <a:latin typeface="Calibri"/>
                <a:cs typeface="Calibri"/>
              </a:rPr>
              <a:t> </a:t>
            </a:r>
            <a:r>
              <a:rPr dirty="0" sz="2000" spc="-10" b="1">
                <a:latin typeface="Calibri"/>
                <a:cs typeface="Calibri"/>
              </a:rPr>
              <a:t>system)</a:t>
            </a:r>
            <a:endParaRPr sz="2000">
              <a:latin typeface="Calibri"/>
              <a:cs typeface="Calibri"/>
            </a:endParaRPr>
          </a:p>
          <a:p>
            <a:pPr algn="ctr" marR="192405">
              <a:lnSpc>
                <a:spcPct val="100000"/>
              </a:lnSpc>
              <a:spcBef>
                <a:spcPts val="2375"/>
              </a:spcBef>
            </a:pPr>
            <a:r>
              <a:rPr dirty="0" sz="2400" spc="-10" b="1">
                <a:latin typeface="Calibri"/>
                <a:cs typeface="Calibri"/>
              </a:rPr>
              <a:t>BACHELOR</a:t>
            </a:r>
            <a:r>
              <a:rPr dirty="0" sz="2400" spc="-70" b="1">
                <a:latin typeface="Calibri"/>
                <a:cs typeface="Calibri"/>
              </a:rPr>
              <a:t> </a:t>
            </a:r>
            <a:r>
              <a:rPr dirty="0" sz="2400" b="1">
                <a:latin typeface="Calibri"/>
                <a:cs typeface="Calibri"/>
              </a:rPr>
              <a:t>OF</a:t>
            </a:r>
            <a:r>
              <a:rPr dirty="0" sz="2400" spc="-60" b="1">
                <a:latin typeface="Calibri"/>
                <a:cs typeface="Calibri"/>
              </a:rPr>
              <a:t> </a:t>
            </a:r>
            <a:r>
              <a:rPr dirty="0" sz="2400" b="1">
                <a:latin typeface="Calibri"/>
                <a:cs typeface="Calibri"/>
              </a:rPr>
              <a:t>COMPUTER</a:t>
            </a:r>
            <a:r>
              <a:rPr dirty="0" sz="2400" spc="-60" b="1">
                <a:latin typeface="Calibri"/>
                <a:cs typeface="Calibri"/>
              </a:rPr>
              <a:t> </a:t>
            </a:r>
            <a:r>
              <a:rPr dirty="0" sz="2400" spc="-10" b="1">
                <a:latin typeface="Calibri"/>
                <a:cs typeface="Calibri"/>
              </a:rPr>
              <a:t>APPLICATION</a:t>
            </a:r>
            <a:endParaRPr sz="2400">
              <a:latin typeface="Calibri"/>
              <a:cs typeface="Calibri"/>
            </a:endParaRPr>
          </a:p>
          <a:p>
            <a:pPr algn="ctr" marR="441959">
              <a:lnSpc>
                <a:spcPct val="100000"/>
              </a:lnSpc>
              <a:spcBef>
                <a:spcPts val="25"/>
              </a:spcBef>
            </a:pPr>
            <a:r>
              <a:rPr dirty="0" sz="2000" b="1">
                <a:latin typeface="Calibri"/>
                <a:cs typeface="Calibri"/>
              </a:rPr>
              <a:t>(3</a:t>
            </a:r>
            <a:r>
              <a:rPr dirty="0" baseline="25641" sz="1950" b="1">
                <a:latin typeface="Calibri"/>
                <a:cs typeface="Calibri"/>
              </a:rPr>
              <a:t>rd</a:t>
            </a:r>
            <a:r>
              <a:rPr dirty="0" baseline="25641" sz="1950" spc="202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YEAR</a:t>
            </a:r>
            <a:r>
              <a:rPr dirty="0" sz="2000" spc="-3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5</a:t>
            </a:r>
            <a:r>
              <a:rPr dirty="0" baseline="25641" sz="1950" b="1">
                <a:latin typeface="Calibri"/>
                <a:cs typeface="Calibri"/>
              </a:rPr>
              <a:t>th</a:t>
            </a:r>
            <a:r>
              <a:rPr dirty="0" baseline="25641" sz="1950" spc="179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SEMESTER,</a:t>
            </a:r>
            <a:r>
              <a:rPr dirty="0" sz="2000" spc="-2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2026-</a:t>
            </a:r>
            <a:r>
              <a:rPr dirty="0" sz="2000" spc="-10" b="1">
                <a:latin typeface="Calibri"/>
                <a:cs typeface="Calibri"/>
              </a:rPr>
              <a:t>2027)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069644" y="4087748"/>
            <a:ext cx="1322070" cy="8483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1800" spc="-10">
                <a:latin typeface="Calibri"/>
                <a:cs typeface="Calibri"/>
              </a:rPr>
              <a:t>Submitted</a:t>
            </a:r>
            <a:r>
              <a:rPr dirty="0" sz="1800" spc="-40">
                <a:latin typeface="Calibri"/>
                <a:cs typeface="Calibri"/>
              </a:rPr>
              <a:t> </a:t>
            </a:r>
            <a:r>
              <a:rPr dirty="0" sz="1800" spc="-25">
                <a:latin typeface="Calibri"/>
                <a:cs typeface="Calibri"/>
              </a:rPr>
              <a:t>by: </a:t>
            </a:r>
            <a:r>
              <a:rPr dirty="0" sz="1800" spc="-10">
                <a:latin typeface="Calibri"/>
                <a:cs typeface="Calibri"/>
              </a:rPr>
              <a:t>Urmila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dirty="0" sz="1800">
                <a:latin typeface="Calibri"/>
                <a:cs typeface="Calibri"/>
              </a:rPr>
              <a:t>Gunja</a:t>
            </a:r>
            <a:r>
              <a:rPr dirty="0" sz="1800" spc="-35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Kumari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029055" y="4087748"/>
            <a:ext cx="1488440" cy="574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1590" marR="5080" indent="-9525">
              <a:lnSpc>
                <a:spcPct val="100000"/>
              </a:lnSpc>
              <a:spcBef>
                <a:spcPts val="100"/>
              </a:spcBef>
            </a:pPr>
            <a:r>
              <a:rPr dirty="0" sz="1800" spc="-10">
                <a:latin typeface="Calibri"/>
                <a:cs typeface="Calibri"/>
              </a:rPr>
              <a:t>Submitted</a:t>
            </a:r>
            <a:r>
              <a:rPr dirty="0" sz="1800" spc="-40">
                <a:latin typeface="Calibri"/>
                <a:cs typeface="Calibri"/>
              </a:rPr>
              <a:t> </a:t>
            </a:r>
            <a:r>
              <a:rPr dirty="0" sz="1800" spc="-25">
                <a:latin typeface="Calibri"/>
                <a:cs typeface="Calibri"/>
              </a:rPr>
              <a:t>to: </a:t>
            </a:r>
            <a:r>
              <a:rPr dirty="0" sz="1800">
                <a:latin typeface="Calibri"/>
                <a:cs typeface="Calibri"/>
              </a:rPr>
              <a:t>Mrs.</a:t>
            </a:r>
            <a:r>
              <a:rPr dirty="0" sz="1800" spc="-4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Neeru</a:t>
            </a:r>
            <a:r>
              <a:rPr dirty="0" sz="1800" spc="-40">
                <a:latin typeface="Calibri"/>
                <a:cs typeface="Calibri"/>
              </a:rPr>
              <a:t> </a:t>
            </a:r>
            <a:r>
              <a:rPr dirty="0" sz="1800" spc="-20">
                <a:latin typeface="Calibri"/>
                <a:cs typeface="Calibri"/>
              </a:rPr>
              <a:t>Jain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4" name="object 4" descr="LOGO.jpeg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752600" y="228600"/>
            <a:ext cx="304800" cy="304800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2071497" y="249428"/>
            <a:ext cx="240855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b="1">
                <a:latin typeface="Calibri"/>
                <a:cs typeface="Calibri"/>
              </a:rPr>
              <a:t>Feed</a:t>
            </a:r>
            <a:r>
              <a:rPr dirty="0" sz="1600" b="1">
                <a:solidFill>
                  <a:srgbClr val="006666"/>
                </a:solidFill>
                <a:latin typeface="Calibri"/>
                <a:cs typeface="Calibri"/>
              </a:rPr>
              <a:t>Need</a:t>
            </a:r>
            <a:r>
              <a:rPr dirty="0" sz="1600" spc="295" b="1">
                <a:solidFill>
                  <a:srgbClr val="006666"/>
                </a:solidFill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Share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Food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Share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 spc="-20">
                <a:latin typeface="Calibri"/>
                <a:cs typeface="Calibri"/>
              </a:rPr>
              <a:t>Hope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993444" y="1020826"/>
            <a:ext cx="4161790" cy="75692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800" spc="-385"/>
              <a:t>INTRODUCTION</a:t>
            </a:r>
            <a:endParaRPr sz="4800"/>
          </a:p>
        </p:txBody>
      </p:sp>
      <p:grpSp>
        <p:nvGrpSpPr>
          <p:cNvPr id="6" name="object 6"/>
          <p:cNvGrpSpPr/>
          <p:nvPr/>
        </p:nvGrpSpPr>
        <p:grpSpPr>
          <a:xfrm>
            <a:off x="3043237" y="304800"/>
            <a:ext cx="5561330" cy="5565775"/>
            <a:chOff x="3043237" y="304800"/>
            <a:chExt cx="5561330" cy="5565775"/>
          </a:xfrm>
        </p:grpSpPr>
        <p:sp>
          <p:nvSpPr>
            <p:cNvPr id="7" name="object 7"/>
            <p:cNvSpPr/>
            <p:nvPr/>
          </p:nvSpPr>
          <p:spPr>
            <a:xfrm>
              <a:off x="3048000" y="304800"/>
              <a:ext cx="0" cy="228600"/>
            </a:xfrm>
            <a:custGeom>
              <a:avLst/>
              <a:gdLst/>
              <a:ahLst/>
              <a:cxnLst/>
              <a:rect l="l" t="t" r="r" b="b"/>
              <a:pathLst>
                <a:path w="0" h="228600">
                  <a:moveTo>
                    <a:pt x="0" y="0"/>
                  </a:moveTo>
                  <a:lnTo>
                    <a:pt x="0" y="228600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8" name="object 8" descr="WhatsApp Image 2026-09-22 at 10.01.28 PM.jpeg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285232" y="1303019"/>
              <a:ext cx="3319271" cy="4567428"/>
            </a:xfrm>
            <a:prstGeom prst="rect">
              <a:avLst/>
            </a:prstGeom>
          </p:spPr>
        </p:pic>
      </p:grpSp>
      <p:sp>
        <p:nvSpPr>
          <p:cNvPr id="9" name="object 9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 marR="50165">
              <a:lnSpc>
                <a:spcPct val="100000"/>
              </a:lnSpc>
              <a:spcBef>
                <a:spcPts val="105"/>
              </a:spcBef>
            </a:pPr>
            <a:r>
              <a:rPr dirty="0" spc="-10"/>
              <a:t>Feedneed</a:t>
            </a:r>
            <a:r>
              <a:rPr dirty="0" spc="-45"/>
              <a:t> </a:t>
            </a:r>
            <a:r>
              <a:rPr dirty="0"/>
              <a:t>is</a:t>
            </a:r>
            <a:r>
              <a:rPr dirty="0" spc="-30"/>
              <a:t> </a:t>
            </a:r>
            <a:r>
              <a:rPr dirty="0"/>
              <a:t>an</a:t>
            </a:r>
            <a:r>
              <a:rPr dirty="0" spc="-35"/>
              <a:t> </a:t>
            </a:r>
            <a:r>
              <a:rPr dirty="0"/>
              <a:t>online</a:t>
            </a:r>
            <a:r>
              <a:rPr dirty="0" spc="-45"/>
              <a:t> </a:t>
            </a:r>
            <a:r>
              <a:rPr dirty="0"/>
              <a:t>food</a:t>
            </a:r>
            <a:r>
              <a:rPr dirty="0" spc="-50"/>
              <a:t> </a:t>
            </a:r>
            <a:r>
              <a:rPr dirty="0"/>
              <a:t>donation</a:t>
            </a:r>
            <a:r>
              <a:rPr dirty="0" spc="-60"/>
              <a:t> </a:t>
            </a:r>
            <a:r>
              <a:rPr dirty="0"/>
              <a:t>and</a:t>
            </a:r>
            <a:r>
              <a:rPr dirty="0" spc="-35"/>
              <a:t> </a:t>
            </a:r>
            <a:r>
              <a:rPr dirty="0" spc="-10"/>
              <a:t>waste </a:t>
            </a:r>
            <a:r>
              <a:rPr dirty="0"/>
              <a:t>management</a:t>
            </a:r>
            <a:r>
              <a:rPr dirty="0" spc="-65"/>
              <a:t> </a:t>
            </a:r>
            <a:r>
              <a:rPr dirty="0" spc="-10"/>
              <a:t>system</a:t>
            </a:r>
            <a:r>
              <a:rPr dirty="0" spc="-55"/>
              <a:t> </a:t>
            </a:r>
            <a:r>
              <a:rPr dirty="0"/>
              <a:t>designed</a:t>
            </a:r>
            <a:r>
              <a:rPr dirty="0" spc="-50"/>
              <a:t> </a:t>
            </a:r>
            <a:r>
              <a:rPr dirty="0"/>
              <a:t>to</a:t>
            </a:r>
            <a:r>
              <a:rPr dirty="0" spc="-55"/>
              <a:t> </a:t>
            </a:r>
            <a:r>
              <a:rPr dirty="0"/>
              <a:t>connect</a:t>
            </a:r>
            <a:r>
              <a:rPr dirty="0" spc="-70"/>
              <a:t> </a:t>
            </a:r>
            <a:r>
              <a:rPr dirty="0" spc="-20"/>
              <a:t>food </a:t>
            </a:r>
            <a:r>
              <a:rPr dirty="0"/>
              <a:t>donors</a:t>
            </a:r>
            <a:r>
              <a:rPr dirty="0" spc="-55"/>
              <a:t> </a:t>
            </a:r>
            <a:r>
              <a:rPr dirty="0"/>
              <a:t>with</a:t>
            </a:r>
            <a:r>
              <a:rPr dirty="0" spc="-30"/>
              <a:t> </a:t>
            </a:r>
            <a:r>
              <a:rPr dirty="0"/>
              <a:t>people</a:t>
            </a:r>
            <a:r>
              <a:rPr dirty="0" spc="-40"/>
              <a:t> </a:t>
            </a:r>
            <a:r>
              <a:rPr dirty="0"/>
              <a:t>in</a:t>
            </a:r>
            <a:r>
              <a:rPr dirty="0" spc="-30"/>
              <a:t> </a:t>
            </a:r>
            <a:r>
              <a:rPr dirty="0"/>
              <a:t>need.</a:t>
            </a:r>
            <a:r>
              <a:rPr dirty="0" spc="-30"/>
              <a:t> </a:t>
            </a:r>
            <a:r>
              <a:rPr dirty="0"/>
              <a:t>It</a:t>
            </a:r>
            <a:r>
              <a:rPr dirty="0" spc="-45"/>
              <a:t> </a:t>
            </a:r>
            <a:r>
              <a:rPr dirty="0"/>
              <a:t>provides</a:t>
            </a:r>
            <a:r>
              <a:rPr dirty="0" spc="-20"/>
              <a:t> </a:t>
            </a:r>
            <a:r>
              <a:rPr dirty="0"/>
              <a:t>a</a:t>
            </a:r>
            <a:r>
              <a:rPr dirty="0" spc="-35"/>
              <a:t> </a:t>
            </a:r>
            <a:r>
              <a:rPr dirty="0" spc="-10"/>
              <a:t>simple platform</a:t>
            </a:r>
            <a:r>
              <a:rPr dirty="0" spc="-65"/>
              <a:t> </a:t>
            </a:r>
            <a:r>
              <a:rPr dirty="0"/>
              <a:t>for</a:t>
            </a:r>
            <a:r>
              <a:rPr dirty="0" spc="-60"/>
              <a:t> </a:t>
            </a:r>
            <a:r>
              <a:rPr dirty="0"/>
              <a:t>sharing</a:t>
            </a:r>
            <a:r>
              <a:rPr dirty="0" spc="-50"/>
              <a:t> </a:t>
            </a:r>
            <a:r>
              <a:rPr dirty="0"/>
              <a:t>surplus</a:t>
            </a:r>
            <a:r>
              <a:rPr dirty="0" spc="-35"/>
              <a:t> </a:t>
            </a:r>
            <a:r>
              <a:rPr dirty="0"/>
              <a:t>food</a:t>
            </a:r>
            <a:r>
              <a:rPr dirty="0" spc="-80"/>
              <a:t> </a:t>
            </a:r>
            <a:r>
              <a:rPr dirty="0"/>
              <a:t>and</a:t>
            </a:r>
            <a:r>
              <a:rPr dirty="0" spc="-50"/>
              <a:t> </a:t>
            </a:r>
            <a:r>
              <a:rPr dirty="0" spc="-10"/>
              <a:t>helps </a:t>
            </a:r>
            <a:r>
              <a:rPr dirty="0"/>
              <a:t>reduce</a:t>
            </a:r>
            <a:r>
              <a:rPr dirty="0" spc="-75"/>
              <a:t> </a:t>
            </a:r>
            <a:r>
              <a:rPr dirty="0"/>
              <a:t>food</a:t>
            </a:r>
            <a:r>
              <a:rPr dirty="0" spc="-70"/>
              <a:t> </a:t>
            </a:r>
            <a:r>
              <a:rPr dirty="0" spc="-10"/>
              <a:t>wastage.</a:t>
            </a:r>
          </a:p>
          <a:p>
            <a:pPr marL="12700" marR="5080">
              <a:lnSpc>
                <a:spcPct val="100000"/>
              </a:lnSpc>
              <a:spcBef>
                <a:spcPts val="2405"/>
              </a:spcBef>
            </a:pPr>
            <a:r>
              <a:rPr dirty="0"/>
              <a:t>The</a:t>
            </a:r>
            <a:r>
              <a:rPr dirty="0" spc="-70"/>
              <a:t> </a:t>
            </a:r>
            <a:r>
              <a:rPr dirty="0" spc="-10"/>
              <a:t>system</a:t>
            </a:r>
            <a:r>
              <a:rPr dirty="0" spc="-60"/>
              <a:t> </a:t>
            </a:r>
            <a:r>
              <a:rPr dirty="0"/>
              <a:t>allows</a:t>
            </a:r>
            <a:r>
              <a:rPr dirty="0" spc="-50"/>
              <a:t> </a:t>
            </a:r>
            <a:r>
              <a:rPr dirty="0"/>
              <a:t>users</a:t>
            </a:r>
            <a:r>
              <a:rPr dirty="0" spc="-55"/>
              <a:t> </a:t>
            </a:r>
            <a:r>
              <a:rPr dirty="0"/>
              <a:t>to</a:t>
            </a:r>
            <a:r>
              <a:rPr dirty="0" spc="-65"/>
              <a:t> </a:t>
            </a:r>
            <a:r>
              <a:rPr dirty="0"/>
              <a:t>donate</a:t>
            </a:r>
            <a:r>
              <a:rPr dirty="0" spc="-55"/>
              <a:t> </a:t>
            </a:r>
            <a:r>
              <a:rPr dirty="0"/>
              <a:t>food,</a:t>
            </a:r>
            <a:r>
              <a:rPr dirty="0" spc="-85"/>
              <a:t> </a:t>
            </a:r>
            <a:r>
              <a:rPr dirty="0" spc="-20"/>
              <a:t>find </a:t>
            </a:r>
            <a:r>
              <a:rPr dirty="0" spc="-10"/>
              <a:t>available</a:t>
            </a:r>
            <a:r>
              <a:rPr dirty="0" spc="-50"/>
              <a:t> </a:t>
            </a:r>
            <a:r>
              <a:rPr dirty="0"/>
              <a:t>food,</a:t>
            </a:r>
            <a:r>
              <a:rPr dirty="0" spc="-55"/>
              <a:t> </a:t>
            </a:r>
            <a:r>
              <a:rPr dirty="0" spc="-10"/>
              <a:t>request</a:t>
            </a:r>
            <a:r>
              <a:rPr dirty="0" spc="-50"/>
              <a:t> </a:t>
            </a:r>
            <a:r>
              <a:rPr dirty="0"/>
              <a:t>food</a:t>
            </a:r>
            <a:r>
              <a:rPr dirty="0" spc="-75"/>
              <a:t> </a:t>
            </a:r>
            <a:r>
              <a:rPr dirty="0"/>
              <a:t>and</a:t>
            </a:r>
            <a:r>
              <a:rPr dirty="0" spc="-50"/>
              <a:t> </a:t>
            </a:r>
            <a:r>
              <a:rPr dirty="0" spc="-10"/>
              <a:t>manage donations</a:t>
            </a:r>
            <a:r>
              <a:rPr dirty="0" spc="-65"/>
              <a:t> </a:t>
            </a:r>
            <a:r>
              <a:rPr dirty="0"/>
              <a:t>through</a:t>
            </a:r>
            <a:r>
              <a:rPr dirty="0" spc="-50"/>
              <a:t> </a:t>
            </a:r>
            <a:r>
              <a:rPr dirty="0"/>
              <a:t>an</a:t>
            </a:r>
            <a:r>
              <a:rPr dirty="0" spc="-35"/>
              <a:t> </a:t>
            </a:r>
            <a:r>
              <a:rPr dirty="0"/>
              <a:t>easy</a:t>
            </a:r>
            <a:r>
              <a:rPr dirty="0" spc="-30"/>
              <a:t> </a:t>
            </a:r>
            <a:r>
              <a:rPr dirty="0"/>
              <a:t>to</a:t>
            </a:r>
            <a:r>
              <a:rPr dirty="0" spc="-45"/>
              <a:t> </a:t>
            </a:r>
            <a:r>
              <a:rPr dirty="0"/>
              <a:t>use</a:t>
            </a:r>
            <a:r>
              <a:rPr dirty="0" spc="-35"/>
              <a:t> </a:t>
            </a:r>
            <a:r>
              <a:rPr dirty="0" spc="-10"/>
              <a:t>platform.</a:t>
            </a:r>
            <a:r>
              <a:rPr dirty="0" spc="-35"/>
              <a:t> </a:t>
            </a:r>
            <a:r>
              <a:rPr dirty="0" spc="-25"/>
              <a:t>It </a:t>
            </a:r>
            <a:r>
              <a:rPr dirty="0"/>
              <a:t>promotes</a:t>
            </a:r>
            <a:r>
              <a:rPr dirty="0" spc="-60"/>
              <a:t> </a:t>
            </a:r>
            <a:r>
              <a:rPr dirty="0" spc="-10"/>
              <a:t>responsible</a:t>
            </a:r>
            <a:r>
              <a:rPr dirty="0" spc="-40"/>
              <a:t> </a:t>
            </a:r>
            <a:r>
              <a:rPr dirty="0"/>
              <a:t>food</a:t>
            </a:r>
            <a:r>
              <a:rPr dirty="0" spc="-65"/>
              <a:t> </a:t>
            </a:r>
            <a:r>
              <a:rPr dirty="0"/>
              <a:t>sharing</a:t>
            </a:r>
            <a:r>
              <a:rPr dirty="0" spc="-50"/>
              <a:t> </a:t>
            </a:r>
            <a:r>
              <a:rPr dirty="0"/>
              <a:t>and</a:t>
            </a:r>
            <a:r>
              <a:rPr dirty="0" spc="-50"/>
              <a:t> </a:t>
            </a:r>
            <a:r>
              <a:rPr dirty="0" spc="-10"/>
              <a:t>supports </a:t>
            </a:r>
            <a:r>
              <a:rPr dirty="0"/>
              <a:t>better</a:t>
            </a:r>
            <a:r>
              <a:rPr dirty="0" spc="-90"/>
              <a:t> </a:t>
            </a:r>
            <a:r>
              <a:rPr dirty="0"/>
              <a:t>food</a:t>
            </a:r>
            <a:r>
              <a:rPr dirty="0" spc="-95"/>
              <a:t> </a:t>
            </a:r>
            <a:r>
              <a:rPr dirty="0" spc="-10"/>
              <a:t>distribution.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857999"/>
          </a:xfrm>
          <a:prstGeom prst="rect">
            <a:avLst/>
          </a:prstGeom>
        </p:spPr>
      </p:pic>
      <p:pic>
        <p:nvPicPr>
          <p:cNvPr id="5" name="object 5" descr="LOGO.jpeg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828800" y="228600"/>
            <a:ext cx="381000" cy="381000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2231898" y="165608"/>
            <a:ext cx="1304290" cy="3911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10">
                <a:solidFill>
                  <a:srgbClr val="000000"/>
                </a:solidFill>
                <a:latin typeface="Calibri"/>
                <a:cs typeface="Calibri"/>
              </a:rPr>
              <a:t>Feed</a:t>
            </a:r>
            <a:r>
              <a:rPr dirty="0" sz="2400" spc="-10">
                <a:latin typeface="Calibri"/>
                <a:cs typeface="Calibri"/>
              </a:rPr>
              <a:t>Need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3581400" y="228600"/>
            <a:ext cx="0" cy="304800"/>
          </a:xfrm>
          <a:custGeom>
            <a:avLst/>
            <a:gdLst/>
            <a:ahLst/>
            <a:cxnLst/>
            <a:rect l="l" t="t" r="r" b="b"/>
            <a:pathLst>
              <a:path w="0" h="304800">
                <a:moveTo>
                  <a:pt x="0" y="0"/>
                </a:moveTo>
                <a:lnTo>
                  <a:pt x="0" y="30480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3646170" y="241808"/>
            <a:ext cx="219329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Calibri"/>
                <a:cs typeface="Calibri"/>
              </a:rPr>
              <a:t>Share</a:t>
            </a:r>
            <a:r>
              <a:rPr dirty="0" sz="1800" spc="-6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Food</a:t>
            </a:r>
            <a:r>
              <a:rPr dirty="0" sz="1800" spc="-6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Share</a:t>
            </a:r>
            <a:r>
              <a:rPr dirty="0" sz="1800" spc="-50">
                <a:latin typeface="Calibri"/>
                <a:cs typeface="Calibri"/>
              </a:rPr>
              <a:t> </a:t>
            </a:r>
            <a:r>
              <a:rPr dirty="0" sz="1800" spc="-20">
                <a:latin typeface="Calibri"/>
                <a:cs typeface="Calibri"/>
              </a:rPr>
              <a:t>Hope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12140" y="1020826"/>
            <a:ext cx="4971415" cy="41281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17500">
              <a:lnSpc>
                <a:spcPct val="100000"/>
              </a:lnSpc>
              <a:spcBef>
                <a:spcPts val="100"/>
              </a:spcBef>
            </a:pPr>
            <a:r>
              <a:rPr dirty="0" sz="4800" spc="-409" b="1">
                <a:solidFill>
                  <a:srgbClr val="006666"/>
                </a:solidFill>
                <a:latin typeface="Arial"/>
                <a:cs typeface="Arial"/>
              </a:rPr>
              <a:t>OBJECTIVES</a:t>
            </a:r>
            <a:endParaRPr sz="4800">
              <a:latin typeface="Arial"/>
              <a:cs typeface="Arial"/>
            </a:endParaRPr>
          </a:p>
          <a:p>
            <a:pPr marL="243840" indent="-231140">
              <a:lnSpc>
                <a:spcPct val="100000"/>
              </a:lnSpc>
              <a:spcBef>
                <a:spcPts val="2535"/>
              </a:spcBef>
              <a:buClr>
                <a:srgbClr val="006666"/>
              </a:buClr>
              <a:buSzPct val="90000"/>
              <a:buFont typeface="Wingdings"/>
              <a:buChar char=""/>
              <a:tabLst>
                <a:tab pos="243840" algn="l"/>
              </a:tabLst>
            </a:pPr>
            <a:r>
              <a:rPr dirty="0" sz="2000" spc="-85">
                <a:latin typeface="Calibri"/>
                <a:cs typeface="Calibri"/>
              </a:rPr>
              <a:t>To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stop</a:t>
            </a:r>
            <a:r>
              <a:rPr dirty="0" sz="2000" spc="-7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fresh</a:t>
            </a:r>
            <a:r>
              <a:rPr dirty="0" sz="2000" spc="-5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food</a:t>
            </a:r>
            <a:r>
              <a:rPr dirty="0" sz="2000" spc="-8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wastage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in</a:t>
            </a:r>
            <a:r>
              <a:rPr dirty="0" sz="2000" spc="-5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hotels,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party</a:t>
            </a:r>
            <a:endParaRPr sz="2000">
              <a:latin typeface="Calibri"/>
              <a:cs typeface="Calibri"/>
            </a:endParaRPr>
          </a:p>
          <a:p>
            <a:pPr marL="295910">
              <a:lnSpc>
                <a:spcPct val="100000"/>
              </a:lnSpc>
            </a:pPr>
            <a:r>
              <a:rPr dirty="0" sz="2000">
                <a:latin typeface="Calibri"/>
                <a:cs typeface="Calibri"/>
              </a:rPr>
              <a:t>halls,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and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restaurants.</a:t>
            </a:r>
            <a:endParaRPr sz="2000">
              <a:latin typeface="Calibri"/>
              <a:cs typeface="Calibri"/>
            </a:endParaRPr>
          </a:p>
          <a:p>
            <a:pPr marL="267335" marR="158750" indent="-255270">
              <a:lnSpc>
                <a:spcPct val="100000"/>
              </a:lnSpc>
              <a:buClr>
                <a:srgbClr val="006666"/>
              </a:buClr>
              <a:buFont typeface="Wingdings"/>
              <a:buChar char=""/>
              <a:tabLst>
                <a:tab pos="295910" algn="l"/>
              </a:tabLst>
            </a:pPr>
            <a:r>
              <a:rPr dirty="0" sz="2000" spc="-80">
                <a:latin typeface="Calibri"/>
                <a:cs typeface="Calibri"/>
              </a:rPr>
              <a:t>To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connect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food</a:t>
            </a:r>
            <a:r>
              <a:rPr dirty="0" sz="2000" spc="-6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donors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with</a:t>
            </a:r>
            <a:r>
              <a:rPr dirty="0" sz="2000" spc="-2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people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in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 spc="-20">
                <a:latin typeface="Calibri"/>
                <a:cs typeface="Calibri"/>
              </a:rPr>
              <a:t>need </a:t>
            </a:r>
            <a:r>
              <a:rPr dirty="0" sz="2000" spc="-20">
                <a:latin typeface="Calibri"/>
                <a:cs typeface="Calibri"/>
              </a:rPr>
              <a:t>	</a:t>
            </a:r>
            <a:r>
              <a:rPr dirty="0" sz="2000">
                <a:latin typeface="Calibri"/>
                <a:cs typeface="Calibri"/>
              </a:rPr>
              <a:t>through</a:t>
            </a:r>
            <a:r>
              <a:rPr dirty="0" sz="2000" spc="-6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an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easy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online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platform.</a:t>
            </a:r>
            <a:endParaRPr sz="2000">
              <a:latin typeface="Calibri"/>
              <a:cs typeface="Calibri"/>
            </a:endParaRPr>
          </a:p>
          <a:p>
            <a:pPr marL="325755" marR="5080" indent="-313690">
              <a:lnSpc>
                <a:spcPct val="100000"/>
              </a:lnSpc>
              <a:buClr>
                <a:srgbClr val="006666"/>
              </a:buClr>
              <a:buFont typeface="Wingdings"/>
              <a:buChar char=""/>
              <a:tabLst>
                <a:tab pos="353695" algn="l"/>
              </a:tabLst>
            </a:pPr>
            <a:r>
              <a:rPr dirty="0" sz="2000" spc="-90">
                <a:latin typeface="Calibri"/>
                <a:cs typeface="Calibri"/>
              </a:rPr>
              <a:t>To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make</a:t>
            </a:r>
            <a:r>
              <a:rPr dirty="0" sz="2000" spc="-7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food</a:t>
            </a:r>
            <a:r>
              <a:rPr dirty="0" sz="2000" spc="-6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donation</a:t>
            </a:r>
            <a:r>
              <a:rPr dirty="0" sz="2000" spc="-5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simple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and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convinent </a:t>
            </a:r>
            <a:r>
              <a:rPr dirty="0" sz="2000" spc="-10">
                <a:latin typeface="Calibri"/>
                <a:cs typeface="Calibri"/>
              </a:rPr>
              <a:t>	</a:t>
            </a:r>
            <a:r>
              <a:rPr dirty="0" sz="2000">
                <a:latin typeface="Calibri"/>
                <a:cs typeface="Calibri"/>
              </a:rPr>
              <a:t>for</a:t>
            </a:r>
            <a:r>
              <a:rPr dirty="0" sz="2000" spc="-6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users.</a:t>
            </a:r>
            <a:endParaRPr sz="2000">
              <a:latin typeface="Calibri"/>
              <a:cs typeface="Calibri"/>
            </a:endParaRPr>
          </a:p>
          <a:p>
            <a:pPr marL="325755" marR="40640" indent="-313690">
              <a:lnSpc>
                <a:spcPct val="100000"/>
              </a:lnSpc>
              <a:spcBef>
                <a:spcPts val="5"/>
              </a:spcBef>
              <a:buClr>
                <a:srgbClr val="006666"/>
              </a:buClr>
              <a:buFont typeface="Wingdings"/>
              <a:buChar char=""/>
              <a:tabLst>
                <a:tab pos="353695" algn="l"/>
              </a:tabLst>
            </a:pPr>
            <a:r>
              <a:rPr dirty="0" sz="2000" spc="-90">
                <a:latin typeface="Calibri"/>
                <a:cs typeface="Calibri"/>
              </a:rPr>
              <a:t>To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help</a:t>
            </a:r>
            <a:r>
              <a:rPr dirty="0" sz="2000" spc="-5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users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find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and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request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available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 spc="-20">
                <a:latin typeface="Calibri"/>
                <a:cs typeface="Calibri"/>
              </a:rPr>
              <a:t>food </a:t>
            </a:r>
            <a:r>
              <a:rPr dirty="0" sz="2000" spc="-20">
                <a:latin typeface="Calibri"/>
                <a:cs typeface="Calibri"/>
              </a:rPr>
              <a:t>	</a:t>
            </a:r>
            <a:r>
              <a:rPr dirty="0" sz="2000" spc="-10">
                <a:latin typeface="Calibri"/>
                <a:cs typeface="Calibri"/>
              </a:rPr>
              <a:t>easily.</a:t>
            </a:r>
            <a:endParaRPr sz="2000">
              <a:latin typeface="Calibri"/>
              <a:cs typeface="Calibri"/>
            </a:endParaRPr>
          </a:p>
          <a:p>
            <a:pPr marL="355600" marR="173990" indent="-342900">
              <a:lnSpc>
                <a:spcPct val="100000"/>
              </a:lnSpc>
              <a:buClr>
                <a:srgbClr val="006666"/>
              </a:buClr>
              <a:buFont typeface="Wingdings"/>
              <a:buChar char=""/>
              <a:tabLst>
                <a:tab pos="355600" algn="l"/>
              </a:tabLst>
            </a:pPr>
            <a:r>
              <a:rPr dirty="0" sz="2000" spc="-95">
                <a:latin typeface="Calibri"/>
                <a:cs typeface="Calibri"/>
              </a:rPr>
              <a:t>To</a:t>
            </a:r>
            <a:r>
              <a:rPr dirty="0" sz="2000" spc="-2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provide</a:t>
            </a:r>
            <a:r>
              <a:rPr dirty="0" sz="2000" spc="-8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free,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fresh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meals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to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poor</a:t>
            </a:r>
            <a:r>
              <a:rPr dirty="0" sz="2000" spc="-6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needly </a:t>
            </a:r>
            <a:r>
              <a:rPr dirty="0" sz="2000">
                <a:latin typeface="Calibri"/>
                <a:cs typeface="Calibri"/>
              </a:rPr>
              <a:t>people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via</a:t>
            </a:r>
            <a:r>
              <a:rPr dirty="0" sz="2000" spc="-10">
                <a:latin typeface="Calibri"/>
                <a:cs typeface="Calibri"/>
              </a:rPr>
              <a:t> NGOs.</a:t>
            </a:r>
            <a:endParaRPr sz="2000">
              <a:latin typeface="Calibri"/>
              <a:cs typeface="Calibri"/>
            </a:endParaRPr>
          </a:p>
        </p:txBody>
      </p:sp>
      <p:pic>
        <p:nvPicPr>
          <p:cNvPr id="8" name="object 8" descr="obg.jpeg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641847" y="1659635"/>
            <a:ext cx="3342132" cy="420624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857999"/>
          </a:xfrm>
          <a:prstGeom prst="rect">
            <a:avLst/>
          </a:prstGeom>
        </p:spPr>
      </p:pic>
      <p:pic>
        <p:nvPicPr>
          <p:cNvPr id="3" name="object 3" descr="LOGO.jpeg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33400" y="304800"/>
            <a:ext cx="457200" cy="457200"/>
          </a:xfrm>
          <a:prstGeom prst="rect">
            <a:avLst/>
          </a:prstGeom>
        </p:spPr>
      </p:pic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1012037" y="318008"/>
            <a:ext cx="1304290" cy="3911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10">
                <a:solidFill>
                  <a:srgbClr val="000000"/>
                </a:solidFill>
                <a:latin typeface="Calibri"/>
                <a:cs typeface="Calibri"/>
              </a:rPr>
              <a:t>Feed</a:t>
            </a:r>
            <a:r>
              <a:rPr dirty="0" sz="2400" spc="-10">
                <a:latin typeface="Calibri"/>
                <a:cs typeface="Calibri"/>
              </a:rPr>
              <a:t>Need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2362200" y="304800"/>
            <a:ext cx="0" cy="381000"/>
          </a:xfrm>
          <a:custGeom>
            <a:avLst/>
            <a:gdLst/>
            <a:ahLst/>
            <a:cxnLst/>
            <a:rect l="l" t="t" r="r" b="b"/>
            <a:pathLst>
              <a:path w="0" h="381000">
                <a:moveTo>
                  <a:pt x="0" y="0"/>
                </a:moveTo>
                <a:lnTo>
                  <a:pt x="0" y="381000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2426335" y="394208"/>
            <a:ext cx="219329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Calibri"/>
                <a:cs typeface="Calibri"/>
              </a:rPr>
              <a:t>Share</a:t>
            </a:r>
            <a:r>
              <a:rPr dirty="0" sz="1800" spc="-6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Food</a:t>
            </a:r>
            <a:r>
              <a:rPr dirty="0" sz="1800" spc="-6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Share</a:t>
            </a:r>
            <a:r>
              <a:rPr dirty="0" sz="1800" spc="-50">
                <a:latin typeface="Calibri"/>
                <a:cs typeface="Calibri"/>
              </a:rPr>
              <a:t> </a:t>
            </a:r>
            <a:r>
              <a:rPr dirty="0" sz="1800" spc="-20">
                <a:latin typeface="Calibri"/>
                <a:cs typeface="Calibri"/>
              </a:rPr>
              <a:t>Hope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12140" y="653360"/>
            <a:ext cx="4516120" cy="4495800"/>
          </a:xfrm>
          <a:prstGeom prst="rect">
            <a:avLst/>
          </a:prstGeom>
        </p:spPr>
        <p:txBody>
          <a:bodyPr wrap="square" lIns="0" tIns="226060" rIns="0" bIns="0" rtlCol="0" vert="horz">
            <a:spAutoFit/>
          </a:bodyPr>
          <a:lstStyle/>
          <a:p>
            <a:pPr marL="241300">
              <a:lnSpc>
                <a:spcPct val="100000"/>
              </a:lnSpc>
              <a:spcBef>
                <a:spcPts val="1780"/>
              </a:spcBef>
            </a:pPr>
            <a:r>
              <a:rPr dirty="0" sz="5400" spc="-465" b="1">
                <a:solidFill>
                  <a:srgbClr val="006666"/>
                </a:solidFill>
                <a:latin typeface="Arial"/>
                <a:cs typeface="Arial"/>
              </a:rPr>
              <a:t>SCOPE</a:t>
            </a:r>
            <a:endParaRPr sz="5400">
              <a:latin typeface="Arial"/>
              <a:cs typeface="Arial"/>
            </a:endParaRPr>
          </a:p>
          <a:p>
            <a:pPr marL="326390" indent="-313690">
              <a:lnSpc>
                <a:spcPct val="100000"/>
              </a:lnSpc>
              <a:spcBef>
                <a:spcPts val="630"/>
              </a:spcBef>
              <a:buClr>
                <a:srgbClr val="006666"/>
              </a:buClr>
              <a:buFont typeface="Wingdings"/>
              <a:buChar char=""/>
              <a:tabLst>
                <a:tab pos="326390" algn="l"/>
              </a:tabLst>
            </a:pPr>
            <a:r>
              <a:rPr dirty="0" sz="2000" spc="-90">
                <a:latin typeface="Calibri"/>
                <a:cs typeface="Calibri"/>
              </a:rPr>
              <a:t>To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allow</a:t>
            </a:r>
            <a:r>
              <a:rPr dirty="0" sz="2000" spc="3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donors</a:t>
            </a:r>
            <a:r>
              <a:rPr dirty="0" sz="2000" spc="-5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to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donate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surplus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 spc="-20">
                <a:latin typeface="Calibri"/>
                <a:cs typeface="Calibri"/>
              </a:rPr>
              <a:t>food</a:t>
            </a:r>
            <a:endParaRPr sz="2000">
              <a:latin typeface="Calibri"/>
              <a:cs typeface="Calibri"/>
            </a:endParaRPr>
          </a:p>
          <a:p>
            <a:pPr marL="353695">
              <a:lnSpc>
                <a:spcPct val="100000"/>
              </a:lnSpc>
            </a:pPr>
            <a:r>
              <a:rPr dirty="0" sz="2000" spc="-10">
                <a:latin typeface="Calibri"/>
                <a:cs typeface="Calibri"/>
              </a:rPr>
              <a:t>easily.</a:t>
            </a:r>
            <a:endParaRPr sz="2000">
              <a:latin typeface="Calibri"/>
              <a:cs typeface="Calibri"/>
            </a:endParaRPr>
          </a:p>
          <a:p>
            <a:pPr marL="325755" marR="829944" indent="-313690">
              <a:lnSpc>
                <a:spcPct val="100000"/>
              </a:lnSpc>
              <a:buClr>
                <a:srgbClr val="006666"/>
              </a:buClr>
              <a:buFont typeface="Wingdings"/>
              <a:buChar char=""/>
              <a:tabLst>
                <a:tab pos="353695" algn="l"/>
              </a:tabLst>
            </a:pPr>
            <a:r>
              <a:rPr dirty="0" sz="2000" spc="-90">
                <a:latin typeface="Calibri"/>
                <a:cs typeface="Calibri"/>
              </a:rPr>
              <a:t>To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help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NGOs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find</a:t>
            </a:r>
            <a:r>
              <a:rPr dirty="0" sz="2000" spc="-2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available</a:t>
            </a:r>
            <a:r>
              <a:rPr dirty="0" sz="2000" spc="-15">
                <a:latin typeface="Calibri"/>
                <a:cs typeface="Calibri"/>
              </a:rPr>
              <a:t> </a:t>
            </a:r>
            <a:r>
              <a:rPr dirty="0" sz="2000" spc="-20">
                <a:latin typeface="Calibri"/>
                <a:cs typeface="Calibri"/>
              </a:rPr>
              <a:t>food </a:t>
            </a:r>
            <a:r>
              <a:rPr dirty="0" sz="2000" spc="-20">
                <a:latin typeface="Calibri"/>
                <a:cs typeface="Calibri"/>
              </a:rPr>
              <a:t>	</a:t>
            </a:r>
            <a:r>
              <a:rPr dirty="0" sz="2000" spc="-10">
                <a:latin typeface="Calibri"/>
                <a:cs typeface="Calibri"/>
              </a:rPr>
              <a:t>donations.</a:t>
            </a:r>
            <a:endParaRPr sz="2000">
              <a:latin typeface="Calibri"/>
              <a:cs typeface="Calibri"/>
            </a:endParaRPr>
          </a:p>
          <a:p>
            <a:pPr marL="326390" indent="-313690">
              <a:lnSpc>
                <a:spcPct val="100000"/>
              </a:lnSpc>
              <a:buClr>
                <a:srgbClr val="006666"/>
              </a:buClr>
              <a:buFont typeface="Wingdings"/>
              <a:buChar char=""/>
              <a:tabLst>
                <a:tab pos="326390" algn="l"/>
              </a:tabLst>
            </a:pPr>
            <a:r>
              <a:rPr dirty="0" sz="2000" spc="-90">
                <a:latin typeface="Calibri"/>
                <a:cs typeface="Calibri"/>
              </a:rPr>
              <a:t>To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allow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NGOs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to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request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available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food.</a:t>
            </a:r>
            <a:endParaRPr sz="2000">
              <a:latin typeface="Calibri"/>
              <a:cs typeface="Calibri"/>
            </a:endParaRPr>
          </a:p>
          <a:p>
            <a:pPr marL="325755" marR="695960" indent="-313690">
              <a:lnSpc>
                <a:spcPct val="100000"/>
              </a:lnSpc>
              <a:buClr>
                <a:srgbClr val="006666"/>
              </a:buClr>
              <a:buFont typeface="Wingdings"/>
              <a:buChar char=""/>
              <a:tabLst>
                <a:tab pos="353695" algn="l"/>
              </a:tabLst>
            </a:pPr>
            <a:r>
              <a:rPr dirty="0" sz="2000" spc="-90">
                <a:latin typeface="Calibri"/>
                <a:cs typeface="Calibri"/>
              </a:rPr>
              <a:t>To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help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donors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manage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their</a:t>
            </a:r>
            <a:r>
              <a:rPr dirty="0" sz="2000" spc="-20">
                <a:latin typeface="Calibri"/>
                <a:cs typeface="Calibri"/>
              </a:rPr>
              <a:t> food </a:t>
            </a:r>
            <a:r>
              <a:rPr dirty="0" sz="2000" spc="-20">
                <a:latin typeface="Calibri"/>
                <a:cs typeface="Calibri"/>
              </a:rPr>
              <a:t>	</a:t>
            </a:r>
            <a:r>
              <a:rPr dirty="0" sz="2000" spc="-10">
                <a:latin typeface="Calibri"/>
                <a:cs typeface="Calibri"/>
              </a:rPr>
              <a:t>donations.</a:t>
            </a:r>
            <a:endParaRPr sz="2000">
              <a:latin typeface="Calibri"/>
              <a:cs typeface="Calibri"/>
            </a:endParaRPr>
          </a:p>
          <a:p>
            <a:pPr marL="325755" marR="12700" indent="-313690">
              <a:lnSpc>
                <a:spcPct val="100000"/>
              </a:lnSpc>
              <a:spcBef>
                <a:spcPts val="5"/>
              </a:spcBef>
              <a:buClr>
                <a:srgbClr val="006666"/>
              </a:buClr>
              <a:buFont typeface="Wingdings"/>
              <a:buChar char=""/>
              <a:tabLst>
                <a:tab pos="353695" algn="l"/>
              </a:tabLst>
            </a:pPr>
            <a:r>
              <a:rPr dirty="0" sz="2000" spc="-90">
                <a:latin typeface="Calibri"/>
                <a:cs typeface="Calibri"/>
              </a:rPr>
              <a:t>To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support</a:t>
            </a:r>
            <a:r>
              <a:rPr dirty="0" sz="2000" spc="-10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food</a:t>
            </a:r>
            <a:r>
              <a:rPr dirty="0" sz="2000" spc="-6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distribution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through</a:t>
            </a:r>
            <a:r>
              <a:rPr dirty="0" sz="2000" spc="-75">
                <a:latin typeface="Calibri"/>
                <a:cs typeface="Calibri"/>
              </a:rPr>
              <a:t> </a:t>
            </a:r>
            <a:r>
              <a:rPr dirty="0" sz="2000" spc="-25">
                <a:latin typeface="Calibri"/>
                <a:cs typeface="Calibri"/>
              </a:rPr>
              <a:t>the </a:t>
            </a:r>
            <a:r>
              <a:rPr dirty="0" sz="2000" spc="-25">
                <a:latin typeface="Calibri"/>
                <a:cs typeface="Calibri"/>
              </a:rPr>
              <a:t>	</a:t>
            </a:r>
            <a:r>
              <a:rPr dirty="0" sz="2000" spc="-10">
                <a:latin typeface="Calibri"/>
                <a:cs typeface="Calibri"/>
              </a:rPr>
              <a:t>platform.</a:t>
            </a:r>
            <a:endParaRPr sz="2000">
              <a:latin typeface="Calibri"/>
              <a:cs typeface="Calibri"/>
            </a:endParaRPr>
          </a:p>
          <a:p>
            <a:pPr marL="325755" marR="631190" indent="-313690">
              <a:lnSpc>
                <a:spcPct val="100000"/>
              </a:lnSpc>
              <a:buClr>
                <a:srgbClr val="006666"/>
              </a:buClr>
              <a:buFont typeface="Wingdings"/>
              <a:buChar char=""/>
              <a:tabLst>
                <a:tab pos="353695" algn="l"/>
              </a:tabLst>
            </a:pPr>
            <a:r>
              <a:rPr dirty="0" sz="2000" spc="-90">
                <a:latin typeface="Calibri"/>
                <a:cs typeface="Calibri"/>
              </a:rPr>
              <a:t>To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help</a:t>
            </a:r>
            <a:r>
              <a:rPr dirty="0" sz="2000" spc="-6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users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reduce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food</a:t>
            </a:r>
            <a:r>
              <a:rPr dirty="0" sz="2000" spc="-6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wastage </a:t>
            </a:r>
            <a:r>
              <a:rPr dirty="0" sz="2000" spc="-10">
                <a:latin typeface="Calibri"/>
                <a:cs typeface="Calibri"/>
              </a:rPr>
              <a:t>	</a:t>
            </a:r>
            <a:r>
              <a:rPr dirty="0" sz="2000">
                <a:latin typeface="Calibri"/>
                <a:cs typeface="Calibri"/>
              </a:rPr>
              <a:t>through</a:t>
            </a:r>
            <a:r>
              <a:rPr dirty="0" sz="2000" spc="-8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food</a:t>
            </a:r>
            <a:r>
              <a:rPr dirty="0" sz="2000" spc="-9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sharing.</a:t>
            </a:r>
            <a:endParaRPr sz="2000">
              <a:latin typeface="Calibri"/>
              <a:cs typeface="Calibri"/>
            </a:endParaRPr>
          </a:p>
        </p:txBody>
      </p:sp>
      <p:pic>
        <p:nvPicPr>
          <p:cNvPr id="8" name="object 8" descr="WhatsApp Image 2026-09-23 at 1.12.02 AM.jpeg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157215" y="1956816"/>
            <a:ext cx="3931920" cy="347472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857999"/>
          </a:xfrm>
          <a:prstGeom prst="rect">
            <a:avLst/>
          </a:prstGeom>
        </p:spPr>
      </p:pic>
      <p:pic>
        <p:nvPicPr>
          <p:cNvPr id="3" name="object 3" descr="LOGO.jpeg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752600" y="152400"/>
            <a:ext cx="457200" cy="457200"/>
          </a:xfrm>
          <a:prstGeom prst="rect">
            <a:avLst/>
          </a:prstGeom>
        </p:spPr>
      </p:pic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2231263" y="165608"/>
            <a:ext cx="1304290" cy="3911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10">
                <a:solidFill>
                  <a:srgbClr val="000000"/>
                </a:solidFill>
                <a:latin typeface="Calibri"/>
                <a:cs typeface="Calibri"/>
              </a:rPr>
              <a:t>Feed</a:t>
            </a:r>
            <a:r>
              <a:rPr dirty="0" sz="2400" spc="-10">
                <a:latin typeface="Calibri"/>
                <a:cs typeface="Calibri"/>
              </a:rPr>
              <a:t>Need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3581400" y="228600"/>
            <a:ext cx="0" cy="304800"/>
          </a:xfrm>
          <a:custGeom>
            <a:avLst/>
            <a:gdLst/>
            <a:ahLst/>
            <a:cxnLst/>
            <a:rect l="l" t="t" r="r" b="b"/>
            <a:pathLst>
              <a:path w="0" h="304800">
                <a:moveTo>
                  <a:pt x="0" y="0"/>
                </a:moveTo>
                <a:lnTo>
                  <a:pt x="0" y="304800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3645789" y="241808"/>
            <a:ext cx="219329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Calibri"/>
                <a:cs typeface="Calibri"/>
              </a:rPr>
              <a:t>Share</a:t>
            </a:r>
            <a:r>
              <a:rPr dirty="0" sz="1800" spc="-6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Food</a:t>
            </a:r>
            <a:r>
              <a:rPr dirty="0" sz="1800" spc="-6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Share</a:t>
            </a:r>
            <a:r>
              <a:rPr dirty="0" sz="1800" spc="-50">
                <a:latin typeface="Calibri"/>
                <a:cs typeface="Calibri"/>
              </a:rPr>
              <a:t> </a:t>
            </a:r>
            <a:r>
              <a:rPr dirty="0" sz="1800" spc="-20">
                <a:latin typeface="Calibri"/>
                <a:cs typeface="Calibri"/>
              </a:rPr>
              <a:t>Hope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35940" y="1020826"/>
            <a:ext cx="4834890" cy="42500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R="649605">
              <a:lnSpc>
                <a:spcPct val="100000"/>
              </a:lnSpc>
              <a:spcBef>
                <a:spcPts val="100"/>
              </a:spcBef>
            </a:pPr>
            <a:r>
              <a:rPr dirty="0" sz="4800" spc="-375" b="1">
                <a:solidFill>
                  <a:srgbClr val="006666"/>
                </a:solidFill>
                <a:latin typeface="Arial"/>
                <a:cs typeface="Arial"/>
              </a:rPr>
              <a:t>FEATURES</a:t>
            </a:r>
            <a:endParaRPr sz="4800">
              <a:latin typeface="Arial"/>
              <a:cs typeface="Arial"/>
            </a:endParaRPr>
          </a:p>
          <a:p>
            <a:pPr marL="325755" indent="-313055">
              <a:lnSpc>
                <a:spcPct val="100000"/>
              </a:lnSpc>
              <a:spcBef>
                <a:spcPts val="3495"/>
              </a:spcBef>
              <a:buClr>
                <a:srgbClr val="006666"/>
              </a:buClr>
              <a:buFont typeface="Wingdings"/>
              <a:buChar char=""/>
              <a:tabLst>
                <a:tab pos="325755" algn="l"/>
              </a:tabLst>
            </a:pPr>
            <a:r>
              <a:rPr dirty="0" sz="2000" spc="-10">
                <a:latin typeface="Calibri"/>
                <a:cs typeface="Calibri"/>
              </a:rPr>
              <a:t>Offers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simple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and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user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friendly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navigation.</a:t>
            </a:r>
            <a:endParaRPr sz="2000">
              <a:latin typeface="Calibri"/>
              <a:cs typeface="Calibri"/>
            </a:endParaRPr>
          </a:p>
          <a:p>
            <a:pPr marL="325755" marR="980440" indent="-313690">
              <a:lnSpc>
                <a:spcPct val="100000"/>
              </a:lnSpc>
              <a:buClr>
                <a:srgbClr val="006666"/>
              </a:buClr>
              <a:buFont typeface="Wingdings"/>
              <a:buChar char=""/>
              <a:tabLst>
                <a:tab pos="353695" algn="l"/>
              </a:tabLst>
            </a:pPr>
            <a:r>
              <a:rPr dirty="0" sz="2000">
                <a:latin typeface="Calibri"/>
                <a:cs typeface="Calibri"/>
              </a:rPr>
              <a:t>Allows</a:t>
            </a:r>
            <a:r>
              <a:rPr dirty="0" sz="2000" spc="-6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users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to</a:t>
            </a:r>
            <a:r>
              <a:rPr dirty="0" sz="2000" spc="-6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view</a:t>
            </a:r>
            <a:r>
              <a:rPr dirty="0" sz="2000" spc="-6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detailed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 spc="-20">
                <a:latin typeface="Calibri"/>
                <a:cs typeface="Calibri"/>
              </a:rPr>
              <a:t>food </a:t>
            </a:r>
            <a:r>
              <a:rPr dirty="0" sz="2000" spc="-20">
                <a:latin typeface="Calibri"/>
                <a:cs typeface="Calibri"/>
              </a:rPr>
              <a:t>	</a:t>
            </a:r>
            <a:r>
              <a:rPr dirty="0" sz="2000" spc="-10">
                <a:latin typeface="Calibri"/>
                <a:cs typeface="Calibri"/>
              </a:rPr>
              <a:t>information.</a:t>
            </a:r>
            <a:endParaRPr sz="2000">
              <a:latin typeface="Calibri"/>
              <a:cs typeface="Calibri"/>
            </a:endParaRPr>
          </a:p>
          <a:p>
            <a:pPr marL="326390" indent="-313690">
              <a:lnSpc>
                <a:spcPct val="100000"/>
              </a:lnSpc>
              <a:buClr>
                <a:srgbClr val="006666"/>
              </a:buClr>
              <a:buFont typeface="Wingdings"/>
              <a:buChar char=""/>
              <a:tabLst>
                <a:tab pos="326390" algn="l"/>
              </a:tabLst>
            </a:pPr>
            <a:r>
              <a:rPr dirty="0" sz="2000" spc="-10">
                <a:latin typeface="Calibri"/>
                <a:cs typeface="Calibri"/>
              </a:rPr>
              <a:t>Provides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food</a:t>
            </a:r>
            <a:r>
              <a:rPr dirty="0" sz="2000" spc="-7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search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and</a:t>
            </a:r>
            <a:r>
              <a:rPr dirty="0" sz="2000" spc="-5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filtering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options.</a:t>
            </a:r>
            <a:endParaRPr sz="2000">
              <a:latin typeface="Calibri"/>
              <a:cs typeface="Calibri"/>
            </a:endParaRPr>
          </a:p>
          <a:p>
            <a:pPr marL="326390" indent="-313690">
              <a:lnSpc>
                <a:spcPct val="100000"/>
              </a:lnSpc>
              <a:buClr>
                <a:srgbClr val="006666"/>
              </a:buClr>
              <a:buFont typeface="Wingdings"/>
              <a:buChar char=""/>
              <a:tabLst>
                <a:tab pos="326390" algn="l"/>
              </a:tabLst>
            </a:pPr>
            <a:r>
              <a:rPr dirty="0" sz="2000" spc="-10">
                <a:latin typeface="Calibri"/>
                <a:cs typeface="Calibri"/>
              </a:rPr>
              <a:t>Provides</a:t>
            </a:r>
            <a:r>
              <a:rPr dirty="0" sz="2000" spc="-5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role</a:t>
            </a:r>
            <a:r>
              <a:rPr dirty="0" sz="2000" spc="-5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based</a:t>
            </a:r>
            <a:r>
              <a:rPr dirty="0" sz="2000" spc="-5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features</a:t>
            </a:r>
            <a:r>
              <a:rPr dirty="0" sz="2000" spc="-5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for</a:t>
            </a:r>
            <a:r>
              <a:rPr dirty="0" sz="2000" spc="-7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donors</a:t>
            </a:r>
            <a:r>
              <a:rPr dirty="0" sz="2000" spc="-80">
                <a:latin typeface="Calibri"/>
                <a:cs typeface="Calibri"/>
              </a:rPr>
              <a:t> </a:t>
            </a:r>
            <a:r>
              <a:rPr dirty="0" sz="2000" spc="-25">
                <a:latin typeface="Calibri"/>
                <a:cs typeface="Calibri"/>
              </a:rPr>
              <a:t>and</a:t>
            </a:r>
            <a:endParaRPr sz="2000">
              <a:latin typeface="Calibri"/>
              <a:cs typeface="Calibri"/>
            </a:endParaRPr>
          </a:p>
          <a:p>
            <a:pPr marL="353695">
              <a:lnSpc>
                <a:spcPct val="100000"/>
              </a:lnSpc>
              <a:spcBef>
                <a:spcPts val="5"/>
              </a:spcBef>
            </a:pPr>
            <a:r>
              <a:rPr dirty="0" sz="2000" spc="-10">
                <a:latin typeface="Calibri"/>
                <a:cs typeface="Calibri"/>
              </a:rPr>
              <a:t>NGOs.</a:t>
            </a:r>
            <a:endParaRPr sz="2000">
              <a:latin typeface="Calibri"/>
              <a:cs typeface="Calibri"/>
            </a:endParaRPr>
          </a:p>
          <a:p>
            <a:pPr marL="355600" marR="247015" indent="-342900">
              <a:lnSpc>
                <a:spcPct val="100000"/>
              </a:lnSpc>
              <a:buClr>
                <a:srgbClr val="006666"/>
              </a:buClr>
              <a:buFont typeface="Wingdings"/>
              <a:buChar char=""/>
              <a:tabLst>
                <a:tab pos="355600" algn="l"/>
              </a:tabLst>
            </a:pPr>
            <a:r>
              <a:rPr dirty="0" sz="2000">
                <a:latin typeface="Calibri"/>
                <a:cs typeface="Calibri"/>
              </a:rPr>
              <a:t>Includes</a:t>
            </a:r>
            <a:r>
              <a:rPr dirty="0" sz="2000" spc="-9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</a:t>
            </a:r>
            <a:r>
              <a:rPr dirty="0" sz="2000" spc="-6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dedicated</a:t>
            </a:r>
            <a:r>
              <a:rPr dirty="0" sz="2000" spc="-6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section</a:t>
            </a:r>
            <a:r>
              <a:rPr dirty="0" sz="2000" spc="-6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for</a:t>
            </a:r>
            <a:r>
              <a:rPr dirty="0" sz="2000" spc="-8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reducing </a:t>
            </a:r>
            <a:r>
              <a:rPr dirty="0" sz="2000">
                <a:latin typeface="Calibri"/>
                <a:cs typeface="Calibri"/>
              </a:rPr>
              <a:t>food</a:t>
            </a:r>
            <a:r>
              <a:rPr dirty="0" sz="2000" spc="-9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waste.</a:t>
            </a:r>
            <a:endParaRPr sz="2000">
              <a:latin typeface="Calibri"/>
              <a:cs typeface="Calibri"/>
            </a:endParaRPr>
          </a:p>
          <a:p>
            <a:pPr marL="355600" marR="215900" indent="-342900">
              <a:lnSpc>
                <a:spcPct val="100000"/>
              </a:lnSpc>
              <a:buClr>
                <a:srgbClr val="006666"/>
              </a:buClr>
              <a:buFont typeface="Wingdings"/>
              <a:buChar char=""/>
              <a:tabLst>
                <a:tab pos="355600" algn="l"/>
              </a:tabLst>
            </a:pPr>
            <a:r>
              <a:rPr dirty="0" sz="2000">
                <a:latin typeface="Calibri"/>
                <a:cs typeface="Calibri"/>
              </a:rPr>
              <a:t>Users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can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register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and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log</a:t>
            </a:r>
            <a:r>
              <a:rPr dirty="0" sz="2000" spc="-6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in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as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Donors</a:t>
            </a:r>
            <a:r>
              <a:rPr dirty="0" sz="2000" spc="-55">
                <a:latin typeface="Calibri"/>
                <a:cs typeface="Calibri"/>
              </a:rPr>
              <a:t> </a:t>
            </a:r>
            <a:r>
              <a:rPr dirty="0" sz="2000" spc="-25">
                <a:latin typeface="Calibri"/>
                <a:cs typeface="Calibri"/>
              </a:rPr>
              <a:t>or </a:t>
            </a:r>
            <a:r>
              <a:rPr dirty="0" sz="2000" spc="-10">
                <a:latin typeface="Calibri"/>
                <a:cs typeface="Calibri"/>
              </a:rPr>
              <a:t>NGOs.</a:t>
            </a:r>
            <a:endParaRPr sz="2000">
              <a:latin typeface="Calibri"/>
              <a:cs typeface="Calibri"/>
            </a:endParaRPr>
          </a:p>
        </p:txBody>
      </p:sp>
      <p:pic>
        <p:nvPicPr>
          <p:cNvPr id="8" name="object 8" descr="WhatsApp Image 2026-09-23 at 1.32.54 AM.jpeg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353811" y="1659635"/>
            <a:ext cx="3790188" cy="470001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857999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1739264" y="165608"/>
            <a:ext cx="1304290" cy="3911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10">
                <a:solidFill>
                  <a:srgbClr val="000000"/>
                </a:solidFill>
                <a:latin typeface="Calibri"/>
                <a:cs typeface="Calibri"/>
              </a:rPr>
              <a:t>Feed</a:t>
            </a:r>
            <a:r>
              <a:rPr dirty="0" sz="2400" spc="-10">
                <a:latin typeface="Calibri"/>
                <a:cs typeface="Calibri"/>
              </a:rPr>
              <a:t>Need</a:t>
            </a:r>
            <a:endParaRPr sz="2400">
              <a:latin typeface="Calibri"/>
              <a:cs typeface="Calibri"/>
            </a:endParaRPr>
          </a:p>
        </p:txBody>
      </p:sp>
      <p:pic>
        <p:nvPicPr>
          <p:cNvPr id="5" name="object 5" descr="LOGO.jpeg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95400" y="152400"/>
            <a:ext cx="457200" cy="457200"/>
          </a:xfrm>
          <a:prstGeom prst="rect">
            <a:avLst/>
          </a:prstGeom>
        </p:spPr>
      </p:pic>
      <p:sp>
        <p:nvSpPr>
          <p:cNvPr id="6" name="object 6"/>
          <p:cNvSpPr/>
          <p:nvPr/>
        </p:nvSpPr>
        <p:spPr>
          <a:xfrm>
            <a:off x="3124200" y="228600"/>
            <a:ext cx="0" cy="381000"/>
          </a:xfrm>
          <a:custGeom>
            <a:avLst/>
            <a:gdLst/>
            <a:ahLst/>
            <a:cxnLst/>
            <a:rect l="l" t="t" r="r" b="b"/>
            <a:pathLst>
              <a:path w="0" h="381000">
                <a:moveTo>
                  <a:pt x="0" y="0"/>
                </a:moveTo>
                <a:lnTo>
                  <a:pt x="0" y="381000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3153917" y="241808"/>
            <a:ext cx="219329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Calibri"/>
                <a:cs typeface="Calibri"/>
              </a:rPr>
              <a:t>Share</a:t>
            </a:r>
            <a:r>
              <a:rPr dirty="0" sz="1800" spc="-6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Food</a:t>
            </a:r>
            <a:r>
              <a:rPr dirty="0" sz="1800" spc="-6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Share</a:t>
            </a:r>
            <a:r>
              <a:rPr dirty="0" sz="1800" spc="-50">
                <a:latin typeface="Calibri"/>
                <a:cs typeface="Calibri"/>
              </a:rPr>
              <a:t> </a:t>
            </a:r>
            <a:r>
              <a:rPr dirty="0" sz="1800" spc="-20">
                <a:latin typeface="Calibri"/>
                <a:cs typeface="Calibri"/>
              </a:rPr>
              <a:t>Hope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12140" y="587823"/>
            <a:ext cx="4373880" cy="4942205"/>
          </a:xfrm>
          <a:prstGeom prst="rect">
            <a:avLst/>
          </a:prstGeom>
        </p:spPr>
        <p:txBody>
          <a:bodyPr wrap="square" lIns="0" tIns="383540" rIns="0" bIns="0" rtlCol="0" vert="horz">
            <a:spAutoFit/>
          </a:bodyPr>
          <a:lstStyle/>
          <a:p>
            <a:pPr algn="ctr" marR="241300">
              <a:lnSpc>
                <a:spcPct val="100000"/>
              </a:lnSpc>
              <a:spcBef>
                <a:spcPts val="3020"/>
              </a:spcBef>
            </a:pPr>
            <a:r>
              <a:rPr dirty="0" sz="4800" spc="-10">
                <a:solidFill>
                  <a:srgbClr val="006666"/>
                </a:solidFill>
                <a:latin typeface="Bahnschrift"/>
                <a:cs typeface="Bahnschrift"/>
              </a:rPr>
              <a:t>BENEFITS</a:t>
            </a:r>
            <a:endParaRPr sz="4800">
              <a:latin typeface="Bahnschrift"/>
              <a:cs typeface="Bahnschrift"/>
            </a:endParaRPr>
          </a:p>
          <a:p>
            <a:pPr marL="297180" indent="-284480">
              <a:lnSpc>
                <a:spcPct val="100000"/>
              </a:lnSpc>
              <a:spcBef>
                <a:spcPts val="1225"/>
              </a:spcBef>
              <a:buClr>
                <a:srgbClr val="006666"/>
              </a:buClr>
              <a:buSzPct val="90000"/>
              <a:buFont typeface="Wingdings"/>
              <a:buChar char=""/>
              <a:tabLst>
                <a:tab pos="297180" algn="l"/>
              </a:tabLst>
            </a:pPr>
            <a:r>
              <a:rPr dirty="0" sz="2000">
                <a:latin typeface="Calibri"/>
                <a:cs typeface="Calibri"/>
              </a:rPr>
              <a:t>Reduces</a:t>
            </a:r>
            <a:r>
              <a:rPr dirty="0" sz="2000" spc="-5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food</a:t>
            </a:r>
            <a:r>
              <a:rPr dirty="0" sz="2000" spc="-6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wastage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by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giving</a:t>
            </a:r>
            <a:r>
              <a:rPr dirty="0" sz="2000" spc="-6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surplus</a:t>
            </a:r>
            <a:endParaRPr sz="2000">
              <a:latin typeface="Calibri"/>
              <a:cs typeface="Calibri"/>
            </a:endParaRPr>
          </a:p>
          <a:p>
            <a:pPr marL="410209">
              <a:lnSpc>
                <a:spcPct val="100000"/>
              </a:lnSpc>
            </a:pPr>
            <a:r>
              <a:rPr dirty="0" sz="2000">
                <a:latin typeface="Calibri"/>
                <a:cs typeface="Calibri"/>
              </a:rPr>
              <a:t>food</a:t>
            </a:r>
            <a:r>
              <a:rPr dirty="0" sz="2000" spc="-6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second</a:t>
            </a:r>
            <a:r>
              <a:rPr dirty="0" sz="2000" spc="-6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chance.</a:t>
            </a:r>
            <a:endParaRPr sz="2000">
              <a:latin typeface="Calibri"/>
              <a:cs typeface="Calibri"/>
            </a:endParaRPr>
          </a:p>
          <a:p>
            <a:pPr marL="325755" marR="220345" indent="-313690">
              <a:lnSpc>
                <a:spcPct val="100000"/>
              </a:lnSpc>
              <a:buClr>
                <a:srgbClr val="006666"/>
              </a:buClr>
              <a:buFont typeface="Wingdings"/>
              <a:buChar char=""/>
              <a:tabLst>
                <a:tab pos="353695" algn="l"/>
              </a:tabLst>
            </a:pPr>
            <a:r>
              <a:rPr dirty="0" sz="2000">
                <a:latin typeface="Calibri"/>
                <a:cs typeface="Calibri"/>
              </a:rPr>
              <a:t>Helps</a:t>
            </a:r>
            <a:r>
              <a:rPr dirty="0" sz="2000" spc="-1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people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in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need</a:t>
            </a:r>
            <a:r>
              <a:rPr dirty="0" sz="2000" spc="-2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by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making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 spc="-20">
                <a:latin typeface="Calibri"/>
                <a:cs typeface="Calibri"/>
              </a:rPr>
              <a:t>food </a:t>
            </a:r>
            <a:r>
              <a:rPr dirty="0" sz="2000" spc="-20">
                <a:latin typeface="Calibri"/>
                <a:cs typeface="Calibri"/>
              </a:rPr>
              <a:t>	</a:t>
            </a:r>
            <a:r>
              <a:rPr dirty="0" sz="2000">
                <a:latin typeface="Calibri"/>
                <a:cs typeface="Calibri"/>
              </a:rPr>
              <a:t>easily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accessible.</a:t>
            </a:r>
            <a:endParaRPr sz="2000">
              <a:latin typeface="Calibri"/>
              <a:cs typeface="Calibri"/>
            </a:endParaRPr>
          </a:p>
          <a:p>
            <a:pPr marL="295910" marR="200660" indent="-283845">
              <a:lnSpc>
                <a:spcPct val="100000"/>
              </a:lnSpc>
              <a:buFont typeface="Wingdings"/>
              <a:buChar char=""/>
              <a:tabLst>
                <a:tab pos="295910" algn="l"/>
                <a:tab pos="325755" algn="l"/>
              </a:tabLst>
            </a:pPr>
            <a:r>
              <a:rPr dirty="0" sz="2000">
                <a:solidFill>
                  <a:srgbClr val="006666"/>
                </a:solidFill>
                <a:latin typeface="Calibri"/>
                <a:cs typeface="Calibri"/>
              </a:rPr>
              <a:t>	</a:t>
            </a:r>
            <a:r>
              <a:rPr dirty="0" sz="2000">
                <a:latin typeface="Calibri"/>
                <a:cs typeface="Calibri"/>
              </a:rPr>
              <a:t>Builds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stronger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community</a:t>
            </a:r>
            <a:r>
              <a:rPr dirty="0" sz="2000" spc="-5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through </a:t>
            </a:r>
            <a:r>
              <a:rPr dirty="0" sz="2000">
                <a:latin typeface="Calibri"/>
                <a:cs typeface="Calibri"/>
              </a:rPr>
              <a:t>donations</a:t>
            </a:r>
            <a:r>
              <a:rPr dirty="0" sz="2000" spc="-6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and</a:t>
            </a:r>
            <a:r>
              <a:rPr dirty="0" sz="2000" spc="-7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support.</a:t>
            </a:r>
            <a:endParaRPr sz="2000">
              <a:latin typeface="Calibri"/>
              <a:cs typeface="Calibri"/>
            </a:endParaRPr>
          </a:p>
          <a:p>
            <a:pPr marL="325755" indent="-313055">
              <a:lnSpc>
                <a:spcPct val="100000"/>
              </a:lnSpc>
              <a:spcBef>
                <a:spcPts val="5"/>
              </a:spcBef>
              <a:buClr>
                <a:srgbClr val="006666"/>
              </a:buClr>
              <a:buFont typeface="Wingdings"/>
              <a:buChar char=""/>
              <a:tabLst>
                <a:tab pos="325755" algn="l"/>
              </a:tabLst>
            </a:pPr>
            <a:r>
              <a:rPr dirty="0" sz="2000">
                <a:latin typeface="Calibri"/>
                <a:cs typeface="Calibri"/>
              </a:rPr>
              <a:t>Saves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resources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are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supports</a:t>
            </a:r>
            <a:r>
              <a:rPr dirty="0" sz="2000" spc="-7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 spc="-20">
                <a:latin typeface="Calibri"/>
                <a:cs typeface="Calibri"/>
              </a:rPr>
              <a:t>more</a:t>
            </a:r>
            <a:endParaRPr sz="2000">
              <a:latin typeface="Calibri"/>
              <a:cs typeface="Calibri"/>
            </a:endParaRPr>
          </a:p>
          <a:p>
            <a:pPr marL="353695">
              <a:lnSpc>
                <a:spcPct val="100000"/>
              </a:lnSpc>
            </a:pPr>
            <a:r>
              <a:rPr dirty="0" sz="2000">
                <a:latin typeface="Calibri"/>
                <a:cs typeface="Calibri"/>
              </a:rPr>
              <a:t>sustainable</a:t>
            </a:r>
            <a:r>
              <a:rPr dirty="0" sz="2000" spc="30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environment.</a:t>
            </a:r>
            <a:endParaRPr sz="2000">
              <a:latin typeface="Calibri"/>
              <a:cs typeface="Calibri"/>
            </a:endParaRPr>
          </a:p>
          <a:p>
            <a:pPr marL="325755" marR="944244" indent="-313690">
              <a:lnSpc>
                <a:spcPct val="100000"/>
              </a:lnSpc>
              <a:buClr>
                <a:srgbClr val="006666"/>
              </a:buClr>
              <a:buFont typeface="Wingdings"/>
              <a:buChar char=""/>
              <a:tabLst>
                <a:tab pos="353695" algn="l"/>
              </a:tabLst>
            </a:pPr>
            <a:r>
              <a:rPr dirty="0" sz="2000" spc="-10">
                <a:latin typeface="Calibri"/>
                <a:cs typeface="Calibri"/>
              </a:rPr>
              <a:t>Creates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awareness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about</a:t>
            </a:r>
            <a:r>
              <a:rPr dirty="0" sz="2000" spc="-70">
                <a:latin typeface="Calibri"/>
                <a:cs typeface="Calibri"/>
              </a:rPr>
              <a:t> </a:t>
            </a:r>
            <a:r>
              <a:rPr dirty="0" sz="2000" spc="-25">
                <a:latin typeface="Calibri"/>
                <a:cs typeface="Calibri"/>
              </a:rPr>
              <a:t>the </a:t>
            </a:r>
            <a:r>
              <a:rPr dirty="0" sz="2000" spc="-25">
                <a:latin typeface="Calibri"/>
                <a:cs typeface="Calibri"/>
              </a:rPr>
              <a:t>	</a:t>
            </a:r>
            <a:r>
              <a:rPr dirty="0" sz="2000">
                <a:latin typeface="Calibri"/>
                <a:cs typeface="Calibri"/>
              </a:rPr>
              <a:t>importance</a:t>
            </a:r>
            <a:r>
              <a:rPr dirty="0" sz="2000" spc="37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of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reducing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food.</a:t>
            </a:r>
            <a:endParaRPr sz="2000">
              <a:latin typeface="Calibri"/>
              <a:cs typeface="Calibri"/>
            </a:endParaRPr>
          </a:p>
          <a:p>
            <a:pPr marL="326390" indent="-313690">
              <a:lnSpc>
                <a:spcPct val="100000"/>
              </a:lnSpc>
              <a:buClr>
                <a:srgbClr val="006666"/>
              </a:buClr>
              <a:buFont typeface="Wingdings"/>
              <a:buChar char=""/>
              <a:tabLst>
                <a:tab pos="326390" algn="l"/>
              </a:tabLst>
            </a:pPr>
            <a:r>
              <a:rPr dirty="0" sz="2000">
                <a:latin typeface="Calibri"/>
                <a:cs typeface="Calibri"/>
              </a:rPr>
              <a:t>Brings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people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and</a:t>
            </a:r>
            <a:r>
              <a:rPr dirty="0" sz="2000" spc="-2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organizations</a:t>
            </a:r>
            <a:endParaRPr sz="2000">
              <a:latin typeface="Calibri"/>
              <a:cs typeface="Calibri"/>
            </a:endParaRPr>
          </a:p>
          <a:p>
            <a:pPr marL="353695">
              <a:lnSpc>
                <a:spcPct val="100000"/>
              </a:lnSpc>
            </a:pPr>
            <a:r>
              <a:rPr dirty="0" sz="2000" spc="-10">
                <a:latin typeface="Calibri"/>
                <a:cs typeface="Calibri"/>
              </a:rPr>
              <a:t>together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for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</a:t>
            </a:r>
            <a:r>
              <a:rPr dirty="0" sz="2000" spc="-2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bigger</a:t>
            </a:r>
            <a:r>
              <a:rPr dirty="0" sz="2000" spc="-6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social</a:t>
            </a:r>
            <a:r>
              <a:rPr dirty="0" sz="2000" spc="-2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impact.</a:t>
            </a:r>
            <a:endParaRPr sz="2000">
              <a:latin typeface="Calibri"/>
              <a:cs typeface="Calibri"/>
            </a:endParaRPr>
          </a:p>
        </p:txBody>
      </p:sp>
      <p:pic>
        <p:nvPicPr>
          <p:cNvPr id="8" name="object 8" descr="WhatsApp Image 2026-09-23 at 8.58.28 PM.jpeg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111496" y="2212848"/>
            <a:ext cx="4032504" cy="3493007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2536063" y="165608"/>
            <a:ext cx="1304925" cy="3911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10">
                <a:solidFill>
                  <a:srgbClr val="000000"/>
                </a:solidFill>
                <a:latin typeface="Calibri"/>
                <a:cs typeface="Calibri"/>
              </a:rPr>
              <a:t>Feed</a:t>
            </a:r>
            <a:r>
              <a:rPr dirty="0" sz="2400" spc="-10">
                <a:latin typeface="Calibri"/>
                <a:cs typeface="Calibri"/>
              </a:rPr>
              <a:t>Need</a:t>
            </a:r>
            <a:endParaRPr sz="2400">
              <a:latin typeface="Calibri"/>
              <a:cs typeface="Calibri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2057400" y="152400"/>
            <a:ext cx="1838325" cy="457200"/>
            <a:chOff x="2057400" y="152400"/>
            <a:chExt cx="1838325" cy="457200"/>
          </a:xfrm>
        </p:grpSpPr>
        <p:pic>
          <p:nvPicPr>
            <p:cNvPr id="6" name="object 6" descr="LOGO.jpeg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057400" y="152400"/>
              <a:ext cx="457200" cy="457200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3886200" y="228600"/>
              <a:ext cx="0" cy="304800"/>
            </a:xfrm>
            <a:custGeom>
              <a:avLst/>
              <a:gdLst/>
              <a:ahLst/>
              <a:cxnLst/>
              <a:rect l="l" t="t" r="r" b="b"/>
              <a:pathLst>
                <a:path w="0" h="304800">
                  <a:moveTo>
                    <a:pt x="0" y="0"/>
                  </a:moveTo>
                  <a:lnTo>
                    <a:pt x="0" y="304800"/>
                  </a:lnTo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" name="object 4"/>
          <p:cNvSpPr txBox="1"/>
          <p:nvPr/>
        </p:nvSpPr>
        <p:spPr>
          <a:xfrm>
            <a:off x="3950589" y="241808"/>
            <a:ext cx="219392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Calibri"/>
                <a:cs typeface="Calibri"/>
              </a:rPr>
              <a:t>Share</a:t>
            </a:r>
            <a:r>
              <a:rPr dirty="0" sz="1800" spc="-6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Food</a:t>
            </a:r>
            <a:r>
              <a:rPr dirty="0" sz="1800" spc="-6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Share</a:t>
            </a:r>
            <a:r>
              <a:rPr dirty="0" sz="1800" spc="-50">
                <a:latin typeface="Calibri"/>
                <a:cs typeface="Calibri"/>
              </a:rPr>
              <a:t> </a:t>
            </a:r>
            <a:r>
              <a:rPr dirty="0" sz="1800" spc="-20">
                <a:latin typeface="Calibri"/>
                <a:cs typeface="Calibri"/>
              </a:rPr>
              <a:t>Hope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40739" y="831850"/>
            <a:ext cx="4989830" cy="7569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800" b="1">
                <a:solidFill>
                  <a:srgbClr val="006666"/>
                </a:solidFill>
                <a:latin typeface="Calibri"/>
                <a:cs typeface="Calibri"/>
              </a:rPr>
              <a:t>TECHNICAL</a:t>
            </a:r>
            <a:r>
              <a:rPr dirty="0" sz="4800" spc="-75" b="1">
                <a:solidFill>
                  <a:srgbClr val="006666"/>
                </a:solidFill>
                <a:latin typeface="Calibri"/>
                <a:cs typeface="Calibri"/>
              </a:rPr>
              <a:t> </a:t>
            </a:r>
            <a:r>
              <a:rPr dirty="0" sz="4800" spc="-50" b="1">
                <a:solidFill>
                  <a:srgbClr val="006666"/>
                </a:solidFill>
                <a:latin typeface="Calibri"/>
                <a:cs typeface="Calibri"/>
              </a:rPr>
              <a:t>DETAILS</a:t>
            </a:r>
            <a:endParaRPr sz="4800">
              <a:latin typeface="Calibri"/>
              <a:cs typeface="Calibri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409955" y="1572767"/>
            <a:ext cx="5962015" cy="4438015"/>
            <a:chOff x="409955" y="1572767"/>
            <a:chExt cx="5962015" cy="4438015"/>
          </a:xfrm>
        </p:grpSpPr>
        <p:pic>
          <p:nvPicPr>
            <p:cNvPr id="10" name="object 1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381755" y="1572767"/>
              <a:ext cx="2990088" cy="4437887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429000" y="1600199"/>
              <a:ext cx="2895600" cy="4343400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3429000" y="1600199"/>
              <a:ext cx="2895600" cy="4343400"/>
            </a:xfrm>
            <a:custGeom>
              <a:avLst/>
              <a:gdLst/>
              <a:ahLst/>
              <a:cxnLst/>
              <a:rect l="l" t="t" r="r" b="b"/>
              <a:pathLst>
                <a:path w="2895600" h="4343400">
                  <a:moveTo>
                    <a:pt x="0" y="482600"/>
                  </a:moveTo>
                  <a:lnTo>
                    <a:pt x="2208" y="436116"/>
                  </a:lnTo>
                  <a:lnTo>
                    <a:pt x="8700" y="390883"/>
                  </a:lnTo>
                  <a:lnTo>
                    <a:pt x="19273" y="347104"/>
                  </a:lnTo>
                  <a:lnTo>
                    <a:pt x="33724" y="304981"/>
                  </a:lnTo>
                  <a:lnTo>
                    <a:pt x="51852" y="264716"/>
                  </a:lnTo>
                  <a:lnTo>
                    <a:pt x="73454" y="226510"/>
                  </a:lnTo>
                  <a:lnTo>
                    <a:pt x="98329" y="190567"/>
                  </a:lnTo>
                  <a:lnTo>
                    <a:pt x="126274" y="157087"/>
                  </a:lnTo>
                  <a:lnTo>
                    <a:pt x="157087" y="126274"/>
                  </a:lnTo>
                  <a:lnTo>
                    <a:pt x="190567" y="98329"/>
                  </a:lnTo>
                  <a:lnTo>
                    <a:pt x="226510" y="73454"/>
                  </a:lnTo>
                  <a:lnTo>
                    <a:pt x="264716" y="51852"/>
                  </a:lnTo>
                  <a:lnTo>
                    <a:pt x="304981" y="33724"/>
                  </a:lnTo>
                  <a:lnTo>
                    <a:pt x="347104" y="19273"/>
                  </a:lnTo>
                  <a:lnTo>
                    <a:pt x="390883" y="8700"/>
                  </a:lnTo>
                  <a:lnTo>
                    <a:pt x="436116" y="2208"/>
                  </a:lnTo>
                  <a:lnTo>
                    <a:pt x="482600" y="0"/>
                  </a:lnTo>
                  <a:lnTo>
                    <a:pt x="2413000" y="0"/>
                  </a:lnTo>
                  <a:lnTo>
                    <a:pt x="2459483" y="2208"/>
                  </a:lnTo>
                  <a:lnTo>
                    <a:pt x="2504716" y="8700"/>
                  </a:lnTo>
                  <a:lnTo>
                    <a:pt x="2548495" y="19273"/>
                  </a:lnTo>
                  <a:lnTo>
                    <a:pt x="2590618" y="33724"/>
                  </a:lnTo>
                  <a:lnTo>
                    <a:pt x="2630883" y="51852"/>
                  </a:lnTo>
                  <a:lnTo>
                    <a:pt x="2669089" y="73454"/>
                  </a:lnTo>
                  <a:lnTo>
                    <a:pt x="2705032" y="98329"/>
                  </a:lnTo>
                  <a:lnTo>
                    <a:pt x="2738512" y="126274"/>
                  </a:lnTo>
                  <a:lnTo>
                    <a:pt x="2769325" y="157087"/>
                  </a:lnTo>
                  <a:lnTo>
                    <a:pt x="2797270" y="190567"/>
                  </a:lnTo>
                  <a:lnTo>
                    <a:pt x="2822145" y="226510"/>
                  </a:lnTo>
                  <a:lnTo>
                    <a:pt x="2843747" y="264716"/>
                  </a:lnTo>
                  <a:lnTo>
                    <a:pt x="2861875" y="304981"/>
                  </a:lnTo>
                  <a:lnTo>
                    <a:pt x="2876326" y="347104"/>
                  </a:lnTo>
                  <a:lnTo>
                    <a:pt x="2886899" y="390883"/>
                  </a:lnTo>
                  <a:lnTo>
                    <a:pt x="2893391" y="436116"/>
                  </a:lnTo>
                  <a:lnTo>
                    <a:pt x="2895600" y="482600"/>
                  </a:lnTo>
                  <a:lnTo>
                    <a:pt x="2895600" y="3860800"/>
                  </a:lnTo>
                  <a:lnTo>
                    <a:pt x="2893391" y="3907275"/>
                  </a:lnTo>
                  <a:lnTo>
                    <a:pt x="2886899" y="3952502"/>
                  </a:lnTo>
                  <a:lnTo>
                    <a:pt x="2876326" y="3996276"/>
                  </a:lnTo>
                  <a:lnTo>
                    <a:pt x="2861875" y="4038397"/>
                  </a:lnTo>
                  <a:lnTo>
                    <a:pt x="2843747" y="4078661"/>
                  </a:lnTo>
                  <a:lnTo>
                    <a:pt x="2822145" y="4116866"/>
                  </a:lnTo>
                  <a:lnTo>
                    <a:pt x="2797270" y="4152811"/>
                  </a:lnTo>
                  <a:lnTo>
                    <a:pt x="2769325" y="4186292"/>
                  </a:lnTo>
                  <a:lnTo>
                    <a:pt x="2738512" y="4217107"/>
                  </a:lnTo>
                  <a:lnTo>
                    <a:pt x="2705032" y="4245055"/>
                  </a:lnTo>
                  <a:lnTo>
                    <a:pt x="2669089" y="4269933"/>
                  </a:lnTo>
                  <a:lnTo>
                    <a:pt x="2630883" y="4291538"/>
                  </a:lnTo>
                  <a:lnTo>
                    <a:pt x="2590618" y="4309669"/>
                  </a:lnTo>
                  <a:lnTo>
                    <a:pt x="2548495" y="4324123"/>
                  </a:lnTo>
                  <a:lnTo>
                    <a:pt x="2504716" y="4334697"/>
                  </a:lnTo>
                  <a:lnTo>
                    <a:pt x="2459483" y="4341190"/>
                  </a:lnTo>
                  <a:lnTo>
                    <a:pt x="2413000" y="4343400"/>
                  </a:lnTo>
                  <a:lnTo>
                    <a:pt x="482600" y="4343400"/>
                  </a:lnTo>
                  <a:lnTo>
                    <a:pt x="436116" y="4341190"/>
                  </a:lnTo>
                  <a:lnTo>
                    <a:pt x="390883" y="4334697"/>
                  </a:lnTo>
                  <a:lnTo>
                    <a:pt x="347104" y="4324123"/>
                  </a:lnTo>
                  <a:lnTo>
                    <a:pt x="304981" y="4309669"/>
                  </a:lnTo>
                  <a:lnTo>
                    <a:pt x="264716" y="4291538"/>
                  </a:lnTo>
                  <a:lnTo>
                    <a:pt x="226510" y="4269933"/>
                  </a:lnTo>
                  <a:lnTo>
                    <a:pt x="190567" y="4245055"/>
                  </a:lnTo>
                  <a:lnTo>
                    <a:pt x="157087" y="4217107"/>
                  </a:lnTo>
                  <a:lnTo>
                    <a:pt x="126274" y="4186292"/>
                  </a:lnTo>
                  <a:lnTo>
                    <a:pt x="98329" y="4152811"/>
                  </a:lnTo>
                  <a:lnTo>
                    <a:pt x="73454" y="4116866"/>
                  </a:lnTo>
                  <a:lnTo>
                    <a:pt x="51852" y="4078661"/>
                  </a:lnTo>
                  <a:lnTo>
                    <a:pt x="33724" y="4038397"/>
                  </a:lnTo>
                  <a:lnTo>
                    <a:pt x="19273" y="3996276"/>
                  </a:lnTo>
                  <a:lnTo>
                    <a:pt x="8700" y="3952502"/>
                  </a:lnTo>
                  <a:lnTo>
                    <a:pt x="2208" y="3907275"/>
                  </a:lnTo>
                  <a:lnTo>
                    <a:pt x="0" y="3860800"/>
                  </a:lnTo>
                  <a:lnTo>
                    <a:pt x="0" y="482600"/>
                  </a:lnTo>
                  <a:close/>
                </a:path>
              </a:pathLst>
            </a:custGeom>
            <a:ln w="9525">
              <a:solidFill>
                <a:srgbClr val="46AAC5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3" name="object 1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09955" y="1572767"/>
              <a:ext cx="2990088" cy="4437887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57199" y="1600199"/>
              <a:ext cx="2895600" cy="4343400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457199" y="1600199"/>
              <a:ext cx="2895600" cy="4343400"/>
            </a:xfrm>
            <a:custGeom>
              <a:avLst/>
              <a:gdLst/>
              <a:ahLst/>
              <a:cxnLst/>
              <a:rect l="l" t="t" r="r" b="b"/>
              <a:pathLst>
                <a:path w="2895600" h="4343400">
                  <a:moveTo>
                    <a:pt x="0" y="482600"/>
                  </a:moveTo>
                  <a:lnTo>
                    <a:pt x="2209" y="436116"/>
                  </a:lnTo>
                  <a:lnTo>
                    <a:pt x="8702" y="390883"/>
                  </a:lnTo>
                  <a:lnTo>
                    <a:pt x="19277" y="347104"/>
                  </a:lnTo>
                  <a:lnTo>
                    <a:pt x="33730" y="304981"/>
                  </a:lnTo>
                  <a:lnTo>
                    <a:pt x="51861" y="264716"/>
                  </a:lnTo>
                  <a:lnTo>
                    <a:pt x="73467" y="226510"/>
                  </a:lnTo>
                  <a:lnTo>
                    <a:pt x="98345" y="190567"/>
                  </a:lnTo>
                  <a:lnTo>
                    <a:pt x="126293" y="157087"/>
                  </a:lnTo>
                  <a:lnTo>
                    <a:pt x="157109" y="126274"/>
                  </a:lnTo>
                  <a:lnTo>
                    <a:pt x="190591" y="98329"/>
                  </a:lnTo>
                  <a:lnTo>
                    <a:pt x="226536" y="73454"/>
                  </a:lnTo>
                  <a:lnTo>
                    <a:pt x="264743" y="51852"/>
                  </a:lnTo>
                  <a:lnTo>
                    <a:pt x="305008" y="33724"/>
                  </a:lnTo>
                  <a:lnTo>
                    <a:pt x="347130" y="19273"/>
                  </a:lnTo>
                  <a:lnTo>
                    <a:pt x="390906" y="8700"/>
                  </a:lnTo>
                  <a:lnTo>
                    <a:pt x="436134" y="2208"/>
                  </a:lnTo>
                  <a:lnTo>
                    <a:pt x="482612" y="0"/>
                  </a:lnTo>
                  <a:lnTo>
                    <a:pt x="2413000" y="0"/>
                  </a:lnTo>
                  <a:lnTo>
                    <a:pt x="2459483" y="2208"/>
                  </a:lnTo>
                  <a:lnTo>
                    <a:pt x="2504716" y="8700"/>
                  </a:lnTo>
                  <a:lnTo>
                    <a:pt x="2548495" y="19273"/>
                  </a:lnTo>
                  <a:lnTo>
                    <a:pt x="2590618" y="33724"/>
                  </a:lnTo>
                  <a:lnTo>
                    <a:pt x="2630883" y="51852"/>
                  </a:lnTo>
                  <a:lnTo>
                    <a:pt x="2669089" y="73454"/>
                  </a:lnTo>
                  <a:lnTo>
                    <a:pt x="2705032" y="98329"/>
                  </a:lnTo>
                  <a:lnTo>
                    <a:pt x="2738512" y="126274"/>
                  </a:lnTo>
                  <a:lnTo>
                    <a:pt x="2769325" y="157087"/>
                  </a:lnTo>
                  <a:lnTo>
                    <a:pt x="2797270" y="190567"/>
                  </a:lnTo>
                  <a:lnTo>
                    <a:pt x="2822145" y="226510"/>
                  </a:lnTo>
                  <a:lnTo>
                    <a:pt x="2843747" y="264716"/>
                  </a:lnTo>
                  <a:lnTo>
                    <a:pt x="2861875" y="304981"/>
                  </a:lnTo>
                  <a:lnTo>
                    <a:pt x="2876326" y="347104"/>
                  </a:lnTo>
                  <a:lnTo>
                    <a:pt x="2886899" y="390883"/>
                  </a:lnTo>
                  <a:lnTo>
                    <a:pt x="2893391" y="436116"/>
                  </a:lnTo>
                  <a:lnTo>
                    <a:pt x="2895600" y="482600"/>
                  </a:lnTo>
                  <a:lnTo>
                    <a:pt x="2895600" y="3860800"/>
                  </a:lnTo>
                  <a:lnTo>
                    <a:pt x="2893391" y="3907275"/>
                  </a:lnTo>
                  <a:lnTo>
                    <a:pt x="2886899" y="3952502"/>
                  </a:lnTo>
                  <a:lnTo>
                    <a:pt x="2876326" y="3996276"/>
                  </a:lnTo>
                  <a:lnTo>
                    <a:pt x="2861875" y="4038397"/>
                  </a:lnTo>
                  <a:lnTo>
                    <a:pt x="2843747" y="4078661"/>
                  </a:lnTo>
                  <a:lnTo>
                    <a:pt x="2822145" y="4116866"/>
                  </a:lnTo>
                  <a:lnTo>
                    <a:pt x="2797270" y="4152811"/>
                  </a:lnTo>
                  <a:lnTo>
                    <a:pt x="2769325" y="4186292"/>
                  </a:lnTo>
                  <a:lnTo>
                    <a:pt x="2738512" y="4217107"/>
                  </a:lnTo>
                  <a:lnTo>
                    <a:pt x="2705032" y="4245055"/>
                  </a:lnTo>
                  <a:lnTo>
                    <a:pt x="2669089" y="4269933"/>
                  </a:lnTo>
                  <a:lnTo>
                    <a:pt x="2630883" y="4291538"/>
                  </a:lnTo>
                  <a:lnTo>
                    <a:pt x="2590618" y="4309669"/>
                  </a:lnTo>
                  <a:lnTo>
                    <a:pt x="2548495" y="4324123"/>
                  </a:lnTo>
                  <a:lnTo>
                    <a:pt x="2504716" y="4334697"/>
                  </a:lnTo>
                  <a:lnTo>
                    <a:pt x="2459483" y="4341190"/>
                  </a:lnTo>
                  <a:lnTo>
                    <a:pt x="2413000" y="4343400"/>
                  </a:lnTo>
                  <a:lnTo>
                    <a:pt x="482612" y="4343400"/>
                  </a:lnTo>
                  <a:lnTo>
                    <a:pt x="436134" y="4341190"/>
                  </a:lnTo>
                  <a:lnTo>
                    <a:pt x="390906" y="4334697"/>
                  </a:lnTo>
                  <a:lnTo>
                    <a:pt x="347130" y="4324123"/>
                  </a:lnTo>
                  <a:lnTo>
                    <a:pt x="305008" y="4309669"/>
                  </a:lnTo>
                  <a:lnTo>
                    <a:pt x="264743" y="4291538"/>
                  </a:lnTo>
                  <a:lnTo>
                    <a:pt x="226536" y="4269933"/>
                  </a:lnTo>
                  <a:lnTo>
                    <a:pt x="190591" y="4245055"/>
                  </a:lnTo>
                  <a:lnTo>
                    <a:pt x="157109" y="4217107"/>
                  </a:lnTo>
                  <a:lnTo>
                    <a:pt x="126293" y="4186292"/>
                  </a:lnTo>
                  <a:lnTo>
                    <a:pt x="98345" y="4152811"/>
                  </a:lnTo>
                  <a:lnTo>
                    <a:pt x="73467" y="4116866"/>
                  </a:lnTo>
                  <a:lnTo>
                    <a:pt x="51861" y="4078661"/>
                  </a:lnTo>
                  <a:lnTo>
                    <a:pt x="33730" y="4038397"/>
                  </a:lnTo>
                  <a:lnTo>
                    <a:pt x="19277" y="3996276"/>
                  </a:lnTo>
                  <a:lnTo>
                    <a:pt x="8702" y="3952502"/>
                  </a:lnTo>
                  <a:lnTo>
                    <a:pt x="2209" y="3907275"/>
                  </a:lnTo>
                  <a:lnTo>
                    <a:pt x="0" y="3860800"/>
                  </a:lnTo>
                  <a:lnTo>
                    <a:pt x="0" y="482600"/>
                  </a:lnTo>
                  <a:close/>
                </a:path>
              </a:pathLst>
            </a:custGeom>
            <a:ln w="9525">
              <a:solidFill>
                <a:srgbClr val="46AAC5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6" name="object 16"/>
          <p:cNvSpPr txBox="1"/>
          <p:nvPr/>
        </p:nvSpPr>
        <p:spPr>
          <a:xfrm>
            <a:off x="609600" y="1904987"/>
            <a:ext cx="2590800" cy="369570"/>
          </a:xfrm>
          <a:prstGeom prst="rect">
            <a:avLst/>
          </a:prstGeom>
          <a:solidFill>
            <a:srgbClr val="006666"/>
          </a:solidFill>
        </p:spPr>
        <p:txBody>
          <a:bodyPr wrap="square" lIns="0" tIns="44450" rIns="0" bIns="0" rtlCol="0" vert="horz">
            <a:spAutoFit/>
          </a:bodyPr>
          <a:lstStyle/>
          <a:p>
            <a:pPr marL="352425">
              <a:lnSpc>
                <a:spcPct val="100000"/>
              </a:lnSpc>
              <a:spcBef>
                <a:spcPts val="350"/>
              </a:spcBef>
            </a:pPr>
            <a:r>
              <a:rPr dirty="0" sz="1800" spc="-254">
                <a:solidFill>
                  <a:srgbClr val="FFFFFF"/>
                </a:solidFill>
                <a:latin typeface="Bahnschrift"/>
                <a:cs typeface="Bahnschrift"/>
              </a:rPr>
              <a:t>Hardware</a:t>
            </a:r>
            <a:r>
              <a:rPr dirty="0" sz="1800" spc="200">
                <a:solidFill>
                  <a:srgbClr val="FFFFFF"/>
                </a:solidFill>
                <a:latin typeface="Bahnschrift"/>
                <a:cs typeface="Bahnschrift"/>
              </a:rPr>
              <a:t> </a:t>
            </a:r>
            <a:r>
              <a:rPr dirty="0" sz="1800" spc="-150">
                <a:solidFill>
                  <a:srgbClr val="FFFFFF"/>
                </a:solidFill>
                <a:latin typeface="Bahnschrift"/>
                <a:cs typeface="Bahnschrift"/>
              </a:rPr>
              <a:t>Requirements</a:t>
            </a:r>
            <a:endParaRPr sz="1800">
              <a:latin typeface="Bahnschrift"/>
              <a:cs typeface="Bahnschrift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3581400" y="1904987"/>
            <a:ext cx="2514600" cy="369570"/>
          </a:xfrm>
          <a:prstGeom prst="rect">
            <a:avLst/>
          </a:prstGeom>
          <a:solidFill>
            <a:srgbClr val="006666"/>
          </a:solidFill>
        </p:spPr>
        <p:txBody>
          <a:bodyPr wrap="square" lIns="0" tIns="44450" rIns="0" bIns="0" rtlCol="0" vert="horz">
            <a:spAutoFit/>
          </a:bodyPr>
          <a:lstStyle/>
          <a:p>
            <a:pPr marL="340995">
              <a:lnSpc>
                <a:spcPct val="100000"/>
              </a:lnSpc>
              <a:spcBef>
                <a:spcPts val="350"/>
              </a:spcBef>
            </a:pPr>
            <a:r>
              <a:rPr dirty="0" sz="1800" spc="-215">
                <a:solidFill>
                  <a:srgbClr val="FFFFFF"/>
                </a:solidFill>
                <a:latin typeface="Bahnschrift"/>
                <a:cs typeface="Bahnschrift"/>
              </a:rPr>
              <a:t>Software</a:t>
            </a:r>
            <a:r>
              <a:rPr dirty="0" sz="1800" spc="150">
                <a:solidFill>
                  <a:srgbClr val="FFFFFF"/>
                </a:solidFill>
                <a:latin typeface="Bahnschrift"/>
                <a:cs typeface="Bahnschrift"/>
              </a:rPr>
              <a:t> </a:t>
            </a:r>
            <a:r>
              <a:rPr dirty="0" sz="1800" spc="-150">
                <a:solidFill>
                  <a:srgbClr val="FFFFFF"/>
                </a:solidFill>
                <a:latin typeface="Bahnschrift"/>
                <a:cs typeface="Bahnschrift"/>
              </a:rPr>
              <a:t>Requirements</a:t>
            </a:r>
            <a:endParaRPr sz="1800">
              <a:latin typeface="Bahnschrift"/>
              <a:cs typeface="Bahnschrift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840739" y="2761615"/>
            <a:ext cx="2413000" cy="5461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67640" indent="-154940">
              <a:lnSpc>
                <a:spcPct val="100000"/>
              </a:lnSpc>
              <a:spcBef>
                <a:spcPts val="100"/>
              </a:spcBef>
              <a:buFont typeface="Wingdings"/>
              <a:buChar char=""/>
              <a:tabLst>
                <a:tab pos="167640" algn="l"/>
              </a:tabLst>
            </a:pPr>
            <a:r>
              <a:rPr dirty="0" sz="1800" b="1">
                <a:latin typeface="Calibri"/>
                <a:cs typeface="Calibri"/>
              </a:rPr>
              <a:t>Processor</a:t>
            </a:r>
            <a:r>
              <a:rPr dirty="0" sz="1800" spc="-90" b="1">
                <a:latin typeface="Calibri"/>
                <a:cs typeface="Calibri"/>
              </a:rPr>
              <a:t> </a:t>
            </a:r>
            <a:r>
              <a:rPr dirty="0" sz="1800" spc="-50">
                <a:latin typeface="Calibri"/>
                <a:cs typeface="Calibri"/>
              </a:rPr>
              <a:t>:</a:t>
            </a:r>
            <a:endParaRPr sz="1800">
              <a:latin typeface="Calibri"/>
              <a:cs typeface="Calibri"/>
            </a:endParaRPr>
          </a:p>
          <a:p>
            <a:pPr marL="287020">
              <a:lnSpc>
                <a:spcPct val="100000"/>
              </a:lnSpc>
              <a:spcBef>
                <a:spcPts val="20"/>
              </a:spcBef>
            </a:pPr>
            <a:r>
              <a:rPr dirty="0" sz="1600">
                <a:latin typeface="Calibri"/>
                <a:cs typeface="Calibri"/>
              </a:rPr>
              <a:t>Intel</a:t>
            </a:r>
            <a:r>
              <a:rPr dirty="0" sz="1600" spc="-5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core</a:t>
            </a:r>
            <a:r>
              <a:rPr dirty="0" sz="1600" spc="-1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i4</a:t>
            </a:r>
            <a:r>
              <a:rPr dirty="0" sz="1600" spc="-5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or</a:t>
            </a:r>
            <a:r>
              <a:rPr dirty="0" sz="1600" spc="-25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equivalent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3889375" y="2609215"/>
            <a:ext cx="2411095" cy="574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49225" indent="-136525">
              <a:lnSpc>
                <a:spcPct val="100000"/>
              </a:lnSpc>
              <a:spcBef>
                <a:spcPts val="100"/>
              </a:spcBef>
              <a:buSzPct val="88888"/>
              <a:buFont typeface="Wingdings"/>
              <a:buChar char=""/>
              <a:tabLst>
                <a:tab pos="149225" algn="l"/>
              </a:tabLst>
            </a:pPr>
            <a:r>
              <a:rPr dirty="0" sz="1800" spc="-10" b="1">
                <a:latin typeface="Calibri"/>
                <a:cs typeface="Calibri"/>
              </a:rPr>
              <a:t>Programming</a:t>
            </a:r>
            <a:r>
              <a:rPr dirty="0" sz="1800" spc="-15" b="1">
                <a:latin typeface="Calibri"/>
                <a:cs typeface="Calibri"/>
              </a:rPr>
              <a:t> </a:t>
            </a:r>
            <a:r>
              <a:rPr dirty="0" sz="1800" spc="-10" b="1">
                <a:latin typeface="Calibri"/>
                <a:cs typeface="Calibri"/>
              </a:rPr>
              <a:t>language</a:t>
            </a:r>
            <a:r>
              <a:rPr dirty="0" sz="1800" spc="-10">
                <a:latin typeface="Calibri"/>
                <a:cs typeface="Calibri"/>
              </a:rPr>
              <a:t>:</a:t>
            </a:r>
            <a:endParaRPr sz="1800">
              <a:latin typeface="Calibri"/>
              <a:cs typeface="Calibri"/>
            </a:endParaRPr>
          </a:p>
          <a:p>
            <a:pPr marL="116205">
              <a:lnSpc>
                <a:spcPct val="100000"/>
              </a:lnSpc>
            </a:pPr>
            <a:r>
              <a:rPr dirty="0" sz="1600">
                <a:latin typeface="Calibri"/>
                <a:cs typeface="Calibri"/>
              </a:rPr>
              <a:t>HTML,</a:t>
            </a:r>
            <a:r>
              <a:rPr dirty="0" sz="1600" spc="-2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CSS</a:t>
            </a:r>
            <a:r>
              <a:rPr dirty="0" sz="1600" spc="-2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&amp;</a:t>
            </a:r>
            <a:r>
              <a:rPr dirty="0" sz="1600" spc="-25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JavaScript</a:t>
            </a:r>
            <a:r>
              <a:rPr dirty="0" sz="1800" spc="-10">
                <a:latin typeface="Calibri"/>
                <a:cs typeface="Calibri"/>
              </a:rPr>
              <a:t>.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840739" y="3526663"/>
            <a:ext cx="1461135" cy="513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49860" indent="-137160">
              <a:lnSpc>
                <a:spcPct val="100000"/>
              </a:lnSpc>
              <a:spcBef>
                <a:spcPts val="95"/>
              </a:spcBef>
              <a:buFont typeface="Wingdings"/>
              <a:buChar char=""/>
              <a:tabLst>
                <a:tab pos="149860" algn="l"/>
              </a:tabLst>
            </a:pPr>
            <a:r>
              <a:rPr dirty="0" sz="1600" spc="-20" b="1">
                <a:latin typeface="Calibri"/>
                <a:cs typeface="Calibri"/>
              </a:rPr>
              <a:t>RAM</a:t>
            </a:r>
            <a:r>
              <a:rPr dirty="0" sz="1600" spc="-20">
                <a:latin typeface="Calibri"/>
                <a:cs typeface="Calibri"/>
              </a:rPr>
              <a:t>:</a:t>
            </a:r>
            <a:endParaRPr sz="1600">
              <a:latin typeface="Calibri"/>
              <a:cs typeface="Calibri"/>
            </a:endParaRPr>
          </a:p>
          <a:p>
            <a:pPr marL="195580">
              <a:lnSpc>
                <a:spcPct val="100000"/>
              </a:lnSpc>
            </a:pPr>
            <a:r>
              <a:rPr dirty="0" sz="1600">
                <a:latin typeface="Calibri"/>
                <a:cs typeface="Calibri"/>
              </a:rPr>
              <a:t>4GB</a:t>
            </a:r>
            <a:r>
              <a:rPr dirty="0" sz="1600" spc="-2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OR</a:t>
            </a:r>
            <a:r>
              <a:rPr dirty="0" sz="1600" spc="-15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Above.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3889375" y="3403056"/>
            <a:ext cx="1321435" cy="598805"/>
          </a:xfrm>
          <a:prstGeom prst="rect">
            <a:avLst/>
          </a:prstGeom>
        </p:spPr>
        <p:txBody>
          <a:bodyPr wrap="square" lIns="0" tIns="41910" rIns="0" bIns="0" rtlCol="0" vert="horz">
            <a:spAutoFit/>
          </a:bodyPr>
          <a:lstStyle/>
          <a:p>
            <a:pPr marL="167640" indent="-154940">
              <a:lnSpc>
                <a:spcPct val="100000"/>
              </a:lnSpc>
              <a:spcBef>
                <a:spcPts val="330"/>
              </a:spcBef>
              <a:buFont typeface="Wingdings"/>
              <a:buChar char=""/>
              <a:tabLst>
                <a:tab pos="167640" algn="l"/>
              </a:tabLst>
            </a:pPr>
            <a:r>
              <a:rPr dirty="0" sz="1800" spc="-10" b="1">
                <a:latin typeface="Calibri"/>
                <a:cs typeface="Calibri"/>
              </a:rPr>
              <a:t>Framework:</a:t>
            </a:r>
            <a:endParaRPr sz="1800">
              <a:latin typeface="Calibri"/>
              <a:cs typeface="Calibri"/>
            </a:endParaRPr>
          </a:p>
          <a:p>
            <a:pPr marL="219710">
              <a:lnSpc>
                <a:spcPct val="100000"/>
              </a:lnSpc>
              <a:spcBef>
                <a:spcPts val="200"/>
              </a:spcBef>
            </a:pPr>
            <a:r>
              <a:rPr dirty="0" sz="1600" spc="-10">
                <a:latin typeface="Calibri"/>
                <a:cs typeface="Calibri"/>
              </a:rPr>
              <a:t>Bootstrap5.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840739" y="4258436"/>
            <a:ext cx="1783714" cy="513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49860" indent="-137160">
              <a:lnSpc>
                <a:spcPct val="100000"/>
              </a:lnSpc>
              <a:spcBef>
                <a:spcPts val="95"/>
              </a:spcBef>
              <a:buFont typeface="Wingdings"/>
              <a:buChar char=""/>
              <a:tabLst>
                <a:tab pos="149860" algn="l"/>
              </a:tabLst>
            </a:pPr>
            <a:r>
              <a:rPr dirty="0" sz="1600" spc="-10" b="1">
                <a:latin typeface="Calibri"/>
                <a:cs typeface="Calibri"/>
              </a:rPr>
              <a:t>Storage</a:t>
            </a:r>
            <a:r>
              <a:rPr dirty="0" sz="1600" spc="-45" b="1">
                <a:latin typeface="Calibri"/>
                <a:cs typeface="Calibri"/>
              </a:rPr>
              <a:t> </a:t>
            </a:r>
            <a:r>
              <a:rPr dirty="0" sz="1600" spc="-10" b="1">
                <a:latin typeface="Calibri"/>
                <a:cs typeface="Calibri"/>
              </a:rPr>
              <a:t>Space</a:t>
            </a:r>
            <a:r>
              <a:rPr dirty="0" sz="1600" spc="-10">
                <a:latin typeface="Calibri"/>
                <a:cs typeface="Calibri"/>
              </a:rPr>
              <a:t>:</a:t>
            </a:r>
            <a:endParaRPr sz="1600">
              <a:latin typeface="Calibri"/>
              <a:cs typeface="Calibri"/>
            </a:endParaRPr>
          </a:p>
          <a:p>
            <a:pPr marL="241300">
              <a:lnSpc>
                <a:spcPct val="100000"/>
              </a:lnSpc>
            </a:pPr>
            <a:r>
              <a:rPr dirty="0" sz="1600">
                <a:latin typeface="Calibri"/>
                <a:cs typeface="Calibri"/>
              </a:rPr>
              <a:t>500</a:t>
            </a:r>
            <a:r>
              <a:rPr dirty="0" sz="1600" spc="-1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MB</a:t>
            </a:r>
            <a:r>
              <a:rPr dirty="0" sz="1600" spc="-20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minimum.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3889375" y="4255389"/>
            <a:ext cx="1357630" cy="574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67640" indent="-154940">
              <a:lnSpc>
                <a:spcPct val="100000"/>
              </a:lnSpc>
              <a:spcBef>
                <a:spcPts val="100"/>
              </a:spcBef>
              <a:buFont typeface="Wingdings"/>
              <a:buChar char=""/>
              <a:tabLst>
                <a:tab pos="167640" algn="l"/>
              </a:tabLst>
            </a:pPr>
            <a:r>
              <a:rPr dirty="0" sz="1800" spc="-10" b="1">
                <a:latin typeface="Calibri"/>
                <a:cs typeface="Calibri"/>
              </a:rPr>
              <a:t>Tools:</a:t>
            </a:r>
            <a:endParaRPr sz="1800">
              <a:latin typeface="Calibri"/>
              <a:cs typeface="Calibri"/>
            </a:endParaRPr>
          </a:p>
          <a:p>
            <a:pPr marL="194945">
              <a:lnSpc>
                <a:spcPct val="100000"/>
              </a:lnSpc>
            </a:pPr>
            <a:r>
              <a:rPr dirty="0" sz="1600">
                <a:latin typeface="Calibri"/>
                <a:cs typeface="Calibri"/>
              </a:rPr>
              <a:t>Local</a:t>
            </a:r>
            <a:r>
              <a:rPr dirty="0" sz="1600" spc="-35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Storage</a:t>
            </a:r>
            <a:r>
              <a:rPr dirty="0" sz="1800" spc="-10">
                <a:latin typeface="Calibri"/>
                <a:cs typeface="Calibri"/>
              </a:rPr>
              <a:t>.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840739" y="4989957"/>
            <a:ext cx="2459355" cy="513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49860" indent="-137160">
              <a:lnSpc>
                <a:spcPct val="100000"/>
              </a:lnSpc>
              <a:spcBef>
                <a:spcPts val="95"/>
              </a:spcBef>
              <a:buFont typeface="Wingdings"/>
              <a:buChar char=""/>
              <a:tabLst>
                <a:tab pos="149860" algn="l"/>
              </a:tabLst>
            </a:pPr>
            <a:r>
              <a:rPr dirty="0" sz="1600" spc="-10" b="1">
                <a:latin typeface="Calibri"/>
                <a:cs typeface="Calibri"/>
              </a:rPr>
              <a:t>Device</a:t>
            </a:r>
            <a:r>
              <a:rPr dirty="0" sz="1600" spc="-10">
                <a:latin typeface="Calibri"/>
                <a:cs typeface="Calibri"/>
              </a:rPr>
              <a:t>:</a:t>
            </a:r>
            <a:endParaRPr sz="1600">
              <a:latin typeface="Calibri"/>
              <a:cs typeface="Calibri"/>
            </a:endParaRPr>
          </a:p>
          <a:p>
            <a:pPr marL="195580">
              <a:lnSpc>
                <a:spcPct val="100000"/>
              </a:lnSpc>
            </a:pPr>
            <a:r>
              <a:rPr dirty="0" sz="1600">
                <a:latin typeface="Calibri"/>
                <a:cs typeface="Calibri"/>
              </a:rPr>
              <a:t>Laptop/</a:t>
            </a:r>
            <a:r>
              <a:rPr dirty="0" sz="1600" spc="-8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Desktop</a:t>
            </a:r>
            <a:r>
              <a:rPr dirty="0" sz="1600" spc="-60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computer.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3889375" y="5078348"/>
            <a:ext cx="1793239" cy="5467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67640" indent="-154940">
              <a:lnSpc>
                <a:spcPct val="100000"/>
              </a:lnSpc>
              <a:spcBef>
                <a:spcPts val="100"/>
              </a:spcBef>
              <a:buFont typeface="Wingdings"/>
              <a:buChar char=""/>
              <a:tabLst>
                <a:tab pos="167640" algn="l"/>
              </a:tabLst>
            </a:pPr>
            <a:r>
              <a:rPr dirty="0" sz="1800" spc="-20" b="1">
                <a:latin typeface="Calibri"/>
                <a:cs typeface="Calibri"/>
              </a:rPr>
              <a:t>IDE:</a:t>
            </a:r>
            <a:endParaRPr sz="1800">
              <a:latin typeface="Calibri"/>
              <a:cs typeface="Calibri"/>
            </a:endParaRPr>
          </a:p>
          <a:p>
            <a:pPr marL="194945">
              <a:lnSpc>
                <a:spcPct val="100000"/>
              </a:lnSpc>
              <a:spcBef>
                <a:spcPts val="20"/>
              </a:spcBef>
            </a:pPr>
            <a:r>
              <a:rPr dirty="0" sz="1600">
                <a:latin typeface="Calibri"/>
                <a:cs typeface="Calibri"/>
              </a:rPr>
              <a:t>Visual</a:t>
            </a:r>
            <a:r>
              <a:rPr dirty="0" sz="1600" spc="-2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Studio</a:t>
            </a:r>
            <a:r>
              <a:rPr dirty="0" sz="1600" spc="-15">
                <a:latin typeface="Calibri"/>
                <a:cs typeface="Calibri"/>
              </a:rPr>
              <a:t> </a:t>
            </a:r>
            <a:r>
              <a:rPr dirty="0" sz="1600" spc="-20">
                <a:latin typeface="Calibri"/>
                <a:cs typeface="Calibri"/>
              </a:rPr>
              <a:t>Code.</a:t>
            </a:r>
            <a:endParaRPr sz="1600">
              <a:latin typeface="Calibri"/>
              <a:cs typeface="Calibri"/>
            </a:endParaRPr>
          </a:p>
        </p:txBody>
      </p:sp>
      <p:pic>
        <p:nvPicPr>
          <p:cNvPr id="26" name="object 26" descr="WhatsApp Image 2026-09-23 at 9.49.10 PM.jpeg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6263640" y="1965960"/>
            <a:ext cx="2852927" cy="456285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745994" y="177800"/>
            <a:ext cx="2583815" cy="51371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HOME</a:t>
            </a:r>
            <a:r>
              <a:rPr dirty="0" spc="-30"/>
              <a:t>  </a:t>
            </a:r>
            <a:r>
              <a:rPr dirty="0" spc="-55"/>
              <a:t>PAGE</a:t>
            </a:r>
          </a:p>
        </p:txBody>
      </p:sp>
      <p:pic>
        <p:nvPicPr>
          <p:cNvPr id="3" name="object 3" descr="Screenshot 2026-09-24 013452.png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57200" y="914400"/>
            <a:ext cx="8319389" cy="4953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470484" rIns="0" bIns="0" rtlCol="0" vert="horz">
            <a:spAutoFit/>
          </a:bodyPr>
          <a:lstStyle/>
          <a:p>
            <a:pPr marL="1136015">
              <a:lnSpc>
                <a:spcPct val="100000"/>
              </a:lnSpc>
              <a:spcBef>
                <a:spcPts val="105"/>
              </a:spcBef>
            </a:pPr>
            <a:r>
              <a:rPr dirty="0"/>
              <a:t>Register</a:t>
            </a:r>
            <a:r>
              <a:rPr dirty="0" spc="210"/>
              <a:t> </a:t>
            </a:r>
            <a:r>
              <a:rPr dirty="0" spc="-20"/>
              <a:t>Page</a:t>
            </a:r>
          </a:p>
        </p:txBody>
      </p:sp>
      <p:pic>
        <p:nvPicPr>
          <p:cNvPr id="2" name="object 2" descr="Screenshot 2026-09-24 013917.png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8600" y="1676349"/>
            <a:ext cx="8229600" cy="463042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857999"/>
          </a:xfrm>
          <a:prstGeom prst="rect">
            <a:avLst/>
          </a:prstGeom>
        </p:spPr>
      </p:pic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3085338" y="711453"/>
            <a:ext cx="2210435" cy="513715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Login</a:t>
            </a:r>
            <a:r>
              <a:rPr dirty="0" spc="-170"/>
              <a:t> </a:t>
            </a:r>
            <a:r>
              <a:rPr dirty="0" spc="-20"/>
              <a:t>Page</a:t>
            </a:r>
          </a:p>
        </p:txBody>
      </p:sp>
      <p:pic>
        <p:nvPicPr>
          <p:cNvPr id="3" name="object 3" descr="Screenshot 2026-09-24 014300.png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7200" y="1676361"/>
            <a:ext cx="8565261" cy="4086098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65684" rIns="0" bIns="0" rtlCol="0" vert="horz">
            <a:spAutoFit/>
          </a:bodyPr>
          <a:lstStyle/>
          <a:p>
            <a:pPr marL="1836420">
              <a:lnSpc>
                <a:spcPct val="100000"/>
              </a:lnSpc>
              <a:spcBef>
                <a:spcPts val="105"/>
              </a:spcBef>
            </a:pPr>
            <a:r>
              <a:rPr dirty="0"/>
              <a:t>Dashboard</a:t>
            </a:r>
            <a:r>
              <a:rPr dirty="0" spc="200"/>
              <a:t> </a:t>
            </a:r>
            <a:r>
              <a:rPr dirty="0" spc="-20"/>
              <a:t>Page</a:t>
            </a:r>
          </a:p>
        </p:txBody>
      </p:sp>
      <p:pic>
        <p:nvPicPr>
          <p:cNvPr id="2" name="object 2" descr="Screenshot 2026-09-24 014929.png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1000" y="1371650"/>
            <a:ext cx="8382000" cy="447167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81914" rIns="0" bIns="0" rtlCol="0" vert="horz">
            <a:spAutoFit/>
          </a:bodyPr>
          <a:lstStyle/>
          <a:p>
            <a:pPr marL="1524000">
              <a:lnSpc>
                <a:spcPct val="100000"/>
              </a:lnSpc>
              <a:spcBef>
                <a:spcPts val="100"/>
              </a:spcBef>
            </a:pPr>
            <a:r>
              <a:rPr dirty="0"/>
              <a:t>Donate</a:t>
            </a:r>
            <a:r>
              <a:rPr dirty="0" spc="-60"/>
              <a:t> </a:t>
            </a:r>
            <a:r>
              <a:rPr dirty="0" spc="-10"/>
              <a:t>Food</a:t>
            </a:r>
            <a:r>
              <a:rPr dirty="0" spc="-25"/>
              <a:t> </a:t>
            </a:r>
            <a:r>
              <a:rPr dirty="0" spc="-20"/>
              <a:t>Page</a:t>
            </a:r>
          </a:p>
        </p:txBody>
      </p:sp>
      <p:pic>
        <p:nvPicPr>
          <p:cNvPr id="3" name="object 3" descr="Screenshot 2026-09-24 015529.png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59536" y="990600"/>
            <a:ext cx="8155813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470484" rIns="0" bIns="0" rtlCol="0" vert="horz">
            <a:spAutoFit/>
          </a:bodyPr>
          <a:lstStyle/>
          <a:p>
            <a:pPr marL="1163955">
              <a:lnSpc>
                <a:spcPct val="100000"/>
              </a:lnSpc>
              <a:spcBef>
                <a:spcPts val="105"/>
              </a:spcBef>
            </a:pPr>
            <a:r>
              <a:rPr dirty="0"/>
              <a:t>My</a:t>
            </a:r>
            <a:r>
              <a:rPr dirty="0" spc="-130"/>
              <a:t> </a:t>
            </a:r>
            <a:r>
              <a:rPr dirty="0"/>
              <a:t>Donations</a:t>
            </a:r>
            <a:r>
              <a:rPr dirty="0" spc="655"/>
              <a:t> </a:t>
            </a:r>
            <a:r>
              <a:rPr dirty="0" spc="-20"/>
              <a:t>Page</a:t>
            </a:r>
          </a:p>
        </p:txBody>
      </p:sp>
      <p:pic>
        <p:nvPicPr>
          <p:cNvPr id="2" name="object 2" descr="Screenshot 2026-09-24 015735.png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8600" y="1371600"/>
            <a:ext cx="8610600" cy="47244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Screenshot 2026-09-24 015944.png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8600" y="1066749"/>
            <a:ext cx="8305800" cy="4965827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65684" rIns="0" bIns="0" rtlCol="0" vert="horz">
            <a:spAutoFit/>
          </a:bodyPr>
          <a:lstStyle/>
          <a:p>
            <a:pPr marL="1996439">
              <a:lnSpc>
                <a:spcPct val="100000"/>
              </a:lnSpc>
              <a:spcBef>
                <a:spcPts val="105"/>
              </a:spcBef>
            </a:pPr>
            <a:r>
              <a:rPr dirty="0"/>
              <a:t>Find</a:t>
            </a:r>
            <a:r>
              <a:rPr dirty="0" spc="-200"/>
              <a:t> </a:t>
            </a:r>
            <a:r>
              <a:rPr dirty="0" spc="-10"/>
              <a:t>Food</a:t>
            </a:r>
            <a:r>
              <a:rPr dirty="0" spc="-200"/>
              <a:t> </a:t>
            </a:r>
            <a:r>
              <a:rPr dirty="0" spc="-20"/>
              <a:t>Page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857999"/>
          </a:xfrm>
          <a:prstGeom prst="rect">
            <a:avLst/>
          </a:prstGeom>
        </p:spPr>
      </p:pic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18084" rIns="0" bIns="0" rtlCol="0" vert="horz">
            <a:spAutoFit/>
          </a:bodyPr>
          <a:lstStyle/>
          <a:p>
            <a:pPr marL="782320">
              <a:lnSpc>
                <a:spcPct val="100000"/>
              </a:lnSpc>
              <a:spcBef>
                <a:spcPts val="105"/>
              </a:spcBef>
            </a:pPr>
            <a:r>
              <a:rPr dirty="0" spc="-10"/>
              <a:t>Food</a:t>
            </a:r>
            <a:r>
              <a:rPr dirty="0" spc="-35"/>
              <a:t> </a:t>
            </a:r>
            <a:r>
              <a:rPr dirty="0"/>
              <a:t>Details</a:t>
            </a:r>
            <a:r>
              <a:rPr dirty="0" spc="-45"/>
              <a:t> </a:t>
            </a:r>
            <a:r>
              <a:rPr dirty="0" spc="-20"/>
              <a:t>Page</a:t>
            </a:r>
          </a:p>
        </p:txBody>
      </p:sp>
      <p:pic>
        <p:nvPicPr>
          <p:cNvPr id="3" name="object 3" descr="Screenshot 2026-09-24 020237.png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14400" y="1295400"/>
            <a:ext cx="7924800" cy="4953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18186" rIns="0" bIns="0" rtlCol="0" vert="horz">
            <a:spAutoFit/>
          </a:bodyPr>
          <a:lstStyle/>
          <a:p>
            <a:pPr marL="1273175">
              <a:lnSpc>
                <a:spcPct val="100000"/>
              </a:lnSpc>
              <a:spcBef>
                <a:spcPts val="105"/>
              </a:spcBef>
            </a:pPr>
            <a:r>
              <a:rPr dirty="0" spc="-10"/>
              <a:t>Food</a:t>
            </a:r>
            <a:r>
              <a:rPr dirty="0" spc="-90"/>
              <a:t> </a:t>
            </a:r>
            <a:r>
              <a:rPr dirty="0"/>
              <a:t>Distribution</a:t>
            </a:r>
            <a:r>
              <a:rPr dirty="0" spc="-100"/>
              <a:t> </a:t>
            </a:r>
            <a:r>
              <a:rPr dirty="0" spc="-20"/>
              <a:t>Page</a:t>
            </a:r>
          </a:p>
        </p:txBody>
      </p:sp>
      <p:pic>
        <p:nvPicPr>
          <p:cNvPr id="2" name="object 2" descr="Screenshot 2026-09-24 214554.png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28599" y="1285887"/>
            <a:ext cx="7786751" cy="5249164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857999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43000" y="838199"/>
            <a:ext cx="7620000" cy="6019800"/>
          </a:xfrm>
          <a:prstGeom prst="rect">
            <a:avLst/>
          </a:prstGeom>
        </p:spPr>
      </p:pic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Reduce</a:t>
            </a:r>
            <a:r>
              <a:rPr dirty="0" spc="-30"/>
              <a:t> </a:t>
            </a:r>
            <a:r>
              <a:rPr dirty="0" spc="-10"/>
              <a:t>Food</a:t>
            </a:r>
            <a:r>
              <a:rPr dirty="0" spc="-15"/>
              <a:t> </a:t>
            </a:r>
            <a:r>
              <a:rPr dirty="0"/>
              <a:t>Waste</a:t>
            </a:r>
            <a:r>
              <a:rPr dirty="0" spc="-20"/>
              <a:t> Page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857999"/>
          </a:xfrm>
          <a:prstGeom prst="rect">
            <a:avLst/>
          </a:prstGeom>
        </p:spPr>
      </p:pic>
      <p:pic>
        <p:nvPicPr>
          <p:cNvPr id="5" name="object 5" descr="LOGO.jpeg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447800" y="156845"/>
            <a:ext cx="457200" cy="457200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1929764" y="165608"/>
            <a:ext cx="1304290" cy="3911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10">
                <a:solidFill>
                  <a:srgbClr val="000000"/>
                </a:solidFill>
                <a:latin typeface="Calibri"/>
                <a:cs typeface="Calibri"/>
              </a:rPr>
              <a:t>Feed</a:t>
            </a:r>
            <a:r>
              <a:rPr dirty="0" sz="2400" spc="-10">
                <a:latin typeface="Calibri"/>
                <a:cs typeface="Calibri"/>
              </a:rPr>
              <a:t>Need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3276600" y="152400"/>
            <a:ext cx="0" cy="381000"/>
          </a:xfrm>
          <a:custGeom>
            <a:avLst/>
            <a:gdLst/>
            <a:ahLst/>
            <a:cxnLst/>
            <a:rect l="l" t="t" r="r" b="b"/>
            <a:pathLst>
              <a:path w="0" h="381000">
                <a:moveTo>
                  <a:pt x="0" y="0"/>
                </a:moveTo>
                <a:lnTo>
                  <a:pt x="0" y="381000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3344417" y="241808"/>
            <a:ext cx="219329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Calibri"/>
                <a:cs typeface="Calibri"/>
              </a:rPr>
              <a:t>Share</a:t>
            </a:r>
            <a:r>
              <a:rPr dirty="0" sz="1800" spc="-6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Food</a:t>
            </a:r>
            <a:r>
              <a:rPr dirty="0" sz="1800" spc="-6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Share</a:t>
            </a:r>
            <a:r>
              <a:rPr dirty="0" sz="1800" spc="-50">
                <a:latin typeface="Calibri"/>
                <a:cs typeface="Calibri"/>
              </a:rPr>
              <a:t> </a:t>
            </a:r>
            <a:r>
              <a:rPr dirty="0" sz="1800" spc="-20">
                <a:latin typeface="Calibri"/>
                <a:cs typeface="Calibri"/>
              </a:rPr>
              <a:t>Hope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83540" y="784605"/>
            <a:ext cx="4754880" cy="42316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546100">
              <a:lnSpc>
                <a:spcPct val="100000"/>
              </a:lnSpc>
              <a:spcBef>
                <a:spcPts val="100"/>
              </a:spcBef>
            </a:pPr>
            <a:r>
              <a:rPr dirty="0" sz="4800" spc="80">
                <a:solidFill>
                  <a:srgbClr val="006666"/>
                </a:solidFill>
                <a:latin typeface="Arial MT"/>
                <a:cs typeface="Arial MT"/>
              </a:rPr>
              <a:t>CONCLUSION</a:t>
            </a:r>
            <a:endParaRPr sz="4800">
              <a:latin typeface="Arial MT"/>
              <a:cs typeface="Arial MT"/>
            </a:endParaRPr>
          </a:p>
          <a:p>
            <a:pPr marL="12700" marR="277495">
              <a:lnSpc>
                <a:spcPct val="150000"/>
              </a:lnSpc>
              <a:spcBef>
                <a:spcPts val="1430"/>
              </a:spcBef>
            </a:pPr>
            <a:r>
              <a:rPr dirty="0" sz="2400">
                <a:latin typeface="Calibri"/>
                <a:cs typeface="Calibri"/>
              </a:rPr>
              <a:t>FeedNeed</a:t>
            </a:r>
            <a:r>
              <a:rPr dirty="0" sz="2400" spc="-80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provides</a:t>
            </a:r>
            <a:r>
              <a:rPr dirty="0" sz="2400" spc="-6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</a:t>
            </a:r>
            <a:r>
              <a:rPr dirty="0" sz="2400" spc="-80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simple platform</a:t>
            </a:r>
            <a:r>
              <a:rPr dirty="0" sz="2400" spc="-9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to</a:t>
            </a:r>
            <a:r>
              <a:rPr dirty="0" sz="2400" spc="-7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share</a:t>
            </a:r>
            <a:r>
              <a:rPr dirty="0" sz="2400" spc="-6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surplus</a:t>
            </a:r>
            <a:r>
              <a:rPr dirty="0" sz="2400" spc="-70">
                <a:latin typeface="Calibri"/>
                <a:cs typeface="Calibri"/>
              </a:rPr>
              <a:t> </a:t>
            </a:r>
            <a:r>
              <a:rPr dirty="0" sz="2400" spc="-20">
                <a:latin typeface="Calibri"/>
                <a:cs typeface="Calibri"/>
              </a:rPr>
              <a:t>food, </a:t>
            </a:r>
            <a:r>
              <a:rPr dirty="0" sz="2400">
                <a:latin typeface="Calibri"/>
                <a:cs typeface="Calibri"/>
              </a:rPr>
              <a:t>reduce</a:t>
            </a:r>
            <a:r>
              <a:rPr dirty="0" sz="2400" spc="-9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food</a:t>
            </a:r>
            <a:r>
              <a:rPr dirty="0" sz="2400" spc="-8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waste,</a:t>
            </a:r>
            <a:r>
              <a:rPr dirty="0" sz="2400" spc="-9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and</a:t>
            </a:r>
            <a:r>
              <a:rPr dirty="0" sz="2400" spc="-8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help</a:t>
            </a:r>
            <a:r>
              <a:rPr dirty="0" sz="2400" spc="-85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people </a:t>
            </a:r>
            <a:r>
              <a:rPr dirty="0" sz="2400">
                <a:latin typeface="Calibri"/>
                <a:cs typeface="Calibri"/>
              </a:rPr>
              <a:t>in</a:t>
            </a:r>
            <a:r>
              <a:rPr dirty="0" sz="2400" spc="-7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need.</a:t>
            </a:r>
            <a:r>
              <a:rPr dirty="0" sz="2400" spc="-6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It</a:t>
            </a:r>
            <a:r>
              <a:rPr dirty="0" sz="2400" spc="-7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makes</a:t>
            </a:r>
            <a:r>
              <a:rPr dirty="0" sz="2400" spc="-7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food</a:t>
            </a:r>
            <a:r>
              <a:rPr dirty="0" sz="2400" spc="-6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donation</a:t>
            </a:r>
            <a:r>
              <a:rPr dirty="0" sz="2400" spc="-60">
                <a:latin typeface="Calibri"/>
                <a:cs typeface="Calibri"/>
              </a:rPr>
              <a:t> </a:t>
            </a:r>
            <a:r>
              <a:rPr dirty="0" sz="2400" spc="-25">
                <a:latin typeface="Calibri"/>
                <a:cs typeface="Calibri"/>
              </a:rPr>
              <a:t>and </a:t>
            </a:r>
            <a:r>
              <a:rPr dirty="0" sz="2400">
                <a:latin typeface="Calibri"/>
                <a:cs typeface="Calibri"/>
              </a:rPr>
              <a:t>distribution</a:t>
            </a:r>
            <a:r>
              <a:rPr dirty="0" sz="2400" spc="-8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easier</a:t>
            </a:r>
            <a:r>
              <a:rPr dirty="0" sz="2400" spc="-5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through</a:t>
            </a:r>
            <a:r>
              <a:rPr dirty="0" sz="2400" spc="-7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</a:t>
            </a:r>
            <a:r>
              <a:rPr dirty="0" sz="2400" spc="-60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user-</a:t>
            </a:r>
            <a:r>
              <a:rPr dirty="0" sz="2400">
                <a:latin typeface="Calibri"/>
                <a:cs typeface="Calibri"/>
              </a:rPr>
              <a:t>friendly</a:t>
            </a:r>
            <a:r>
              <a:rPr dirty="0" sz="2400" spc="-80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website.</a:t>
            </a:r>
            <a:endParaRPr sz="2400">
              <a:latin typeface="Calibri"/>
              <a:cs typeface="Calibri"/>
            </a:endParaRPr>
          </a:p>
        </p:txBody>
      </p:sp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937759" y="1723644"/>
            <a:ext cx="4064508" cy="5134356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857999"/>
          </a:xfrm>
          <a:prstGeom prst="rect">
            <a:avLst/>
          </a:prstGeom>
        </p:spPr>
      </p:pic>
      <p:pic>
        <p:nvPicPr>
          <p:cNvPr id="5" name="object 5" descr="LOGO.jpeg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752600" y="152400"/>
            <a:ext cx="457200" cy="457200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2234564" y="165608"/>
            <a:ext cx="130429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10" b="1">
                <a:latin typeface="Calibri"/>
                <a:cs typeface="Calibri"/>
              </a:rPr>
              <a:t>Feed</a:t>
            </a:r>
            <a:r>
              <a:rPr dirty="0" sz="2400" spc="-10" b="1">
                <a:solidFill>
                  <a:srgbClr val="006666"/>
                </a:solidFill>
                <a:latin typeface="Calibri"/>
                <a:cs typeface="Calibri"/>
              </a:rPr>
              <a:t>Need</a:t>
            </a:r>
            <a:endParaRPr sz="2400">
              <a:latin typeface="Calibri"/>
              <a:cs typeface="Calibri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3526535" y="205740"/>
            <a:ext cx="109855" cy="390525"/>
            <a:chOff x="3526535" y="205740"/>
            <a:chExt cx="109855" cy="390525"/>
          </a:xfrm>
        </p:grpSpPr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526535" y="205740"/>
              <a:ext cx="109727" cy="390143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3581399" y="228600"/>
              <a:ext cx="0" cy="304800"/>
            </a:xfrm>
            <a:custGeom>
              <a:avLst/>
              <a:gdLst/>
              <a:ahLst/>
              <a:cxnLst/>
              <a:rect l="l" t="t" r="r" b="b"/>
              <a:pathLst>
                <a:path w="0" h="304800">
                  <a:moveTo>
                    <a:pt x="0" y="0"/>
                  </a:moveTo>
                  <a:lnTo>
                    <a:pt x="0" y="304800"/>
                  </a:lnTo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" name="object 4"/>
          <p:cNvSpPr txBox="1"/>
          <p:nvPr/>
        </p:nvSpPr>
        <p:spPr>
          <a:xfrm>
            <a:off x="3649217" y="241808"/>
            <a:ext cx="219329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Calibri"/>
                <a:cs typeface="Calibri"/>
              </a:rPr>
              <a:t>Share</a:t>
            </a:r>
            <a:r>
              <a:rPr dirty="0" sz="1800" spc="-6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Food</a:t>
            </a:r>
            <a:r>
              <a:rPr dirty="0" sz="1800" spc="-6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Share</a:t>
            </a:r>
            <a:r>
              <a:rPr dirty="0" sz="1800" spc="-50">
                <a:latin typeface="Calibri"/>
                <a:cs typeface="Calibri"/>
              </a:rPr>
              <a:t> </a:t>
            </a:r>
            <a:r>
              <a:rPr dirty="0" sz="1800" spc="-20">
                <a:latin typeface="Calibri"/>
                <a:cs typeface="Calibri"/>
              </a:rPr>
              <a:t>Hope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9" name="object 9" descr="$PPTXTitle"/>
          <p:cNvSpPr txBox="1">
            <a:spLocks noGrp="1"/>
          </p:cNvSpPr>
          <p:nvPr>
            <p:ph type="title"/>
          </p:nvPr>
        </p:nvSpPr>
        <p:spPr>
          <a:xfrm>
            <a:off x="1602994" y="860805"/>
            <a:ext cx="5025390" cy="75692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800"/>
              <a:t>TEAM</a:t>
            </a:r>
            <a:r>
              <a:rPr dirty="0" sz="4800" spc="-175"/>
              <a:t> </a:t>
            </a:r>
            <a:r>
              <a:rPr dirty="0" sz="4800" spc="-10"/>
              <a:t>MEMBERS</a:t>
            </a:r>
            <a:endParaRPr sz="4800"/>
          </a:p>
        </p:txBody>
      </p:sp>
      <p:pic>
        <p:nvPicPr>
          <p:cNvPr id="10" name="object 10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106424" y="1956816"/>
            <a:ext cx="2839212" cy="3378708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5143500" y="1956816"/>
            <a:ext cx="2843783" cy="3378708"/>
          </a:xfrm>
          <a:prstGeom prst="rect">
            <a:avLst/>
          </a:prstGeom>
        </p:spPr>
      </p:pic>
      <p:sp>
        <p:nvSpPr>
          <p:cNvPr id="12" name="object 12"/>
          <p:cNvSpPr txBox="1"/>
          <p:nvPr/>
        </p:nvSpPr>
        <p:spPr>
          <a:xfrm>
            <a:off x="1450594" y="5421579"/>
            <a:ext cx="2188845" cy="8788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 indent="417195">
              <a:lnSpc>
                <a:spcPct val="100000"/>
              </a:lnSpc>
              <a:spcBef>
                <a:spcPts val="95"/>
              </a:spcBef>
            </a:pPr>
            <a:r>
              <a:rPr dirty="0" sz="2800" spc="-10">
                <a:latin typeface="Calibri"/>
                <a:cs typeface="Calibri"/>
              </a:rPr>
              <a:t>Urmila 240962106057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610859" y="5421579"/>
            <a:ext cx="2188845" cy="8788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 indent="114300">
              <a:lnSpc>
                <a:spcPct val="100000"/>
              </a:lnSpc>
              <a:spcBef>
                <a:spcPts val="95"/>
              </a:spcBef>
            </a:pPr>
            <a:r>
              <a:rPr dirty="0" sz="2800">
                <a:latin typeface="Calibri"/>
                <a:cs typeface="Calibri"/>
              </a:rPr>
              <a:t>Gunja</a:t>
            </a:r>
            <a:r>
              <a:rPr dirty="0" sz="2800" spc="-60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kumari 240962106014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857999"/>
          </a:xfrm>
          <a:prstGeom prst="rect">
            <a:avLst/>
          </a:prstGeom>
        </p:spPr>
      </p:pic>
      <p:pic>
        <p:nvPicPr>
          <p:cNvPr id="5" name="object 5" descr="LOGO.jpeg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514600" y="152400"/>
            <a:ext cx="457200" cy="457200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3006598" y="161290"/>
            <a:ext cx="130429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10" b="1">
                <a:latin typeface="Calibri"/>
                <a:cs typeface="Calibri"/>
              </a:rPr>
              <a:t>Feed</a:t>
            </a:r>
            <a:r>
              <a:rPr dirty="0" sz="2400" spc="-10" b="1">
                <a:solidFill>
                  <a:srgbClr val="006666"/>
                </a:solidFill>
                <a:latin typeface="Calibri"/>
                <a:cs typeface="Calibri"/>
              </a:rPr>
              <a:t>Need</a:t>
            </a:r>
            <a:endParaRPr sz="2400">
              <a:latin typeface="Calibri"/>
              <a:cs typeface="Calibri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4288535" y="205740"/>
            <a:ext cx="109855" cy="390525"/>
            <a:chOff x="4288535" y="205740"/>
            <a:chExt cx="109855" cy="390525"/>
          </a:xfrm>
        </p:grpSpPr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288535" y="205740"/>
              <a:ext cx="109727" cy="390143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4343399" y="228600"/>
              <a:ext cx="0" cy="304800"/>
            </a:xfrm>
            <a:custGeom>
              <a:avLst/>
              <a:gdLst/>
              <a:ahLst/>
              <a:cxnLst/>
              <a:rect l="l" t="t" r="r" b="b"/>
              <a:pathLst>
                <a:path w="0" h="304800">
                  <a:moveTo>
                    <a:pt x="0" y="0"/>
                  </a:moveTo>
                  <a:lnTo>
                    <a:pt x="0" y="304800"/>
                  </a:lnTo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" name="object 4"/>
          <p:cNvSpPr txBox="1"/>
          <p:nvPr/>
        </p:nvSpPr>
        <p:spPr>
          <a:xfrm>
            <a:off x="4421251" y="237490"/>
            <a:ext cx="219329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Calibri"/>
                <a:cs typeface="Calibri"/>
              </a:rPr>
              <a:t>Share</a:t>
            </a:r>
            <a:r>
              <a:rPr dirty="0" sz="1800" spc="-6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Food</a:t>
            </a:r>
            <a:r>
              <a:rPr dirty="0" sz="1800" spc="-6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Share</a:t>
            </a:r>
            <a:r>
              <a:rPr dirty="0" sz="1800" spc="-50">
                <a:latin typeface="Calibri"/>
                <a:cs typeface="Calibri"/>
              </a:rPr>
              <a:t> </a:t>
            </a:r>
            <a:r>
              <a:rPr dirty="0" sz="1800" spc="-20">
                <a:latin typeface="Calibri"/>
                <a:cs typeface="Calibri"/>
              </a:rPr>
              <a:t>Hope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9" name="object 9" descr="$PPTXTitle"/>
          <p:cNvSpPr txBox="1">
            <a:spLocks noGrp="1"/>
          </p:cNvSpPr>
          <p:nvPr>
            <p:ph type="ctr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600"/>
              <a:t>Thank</a:t>
            </a:r>
            <a:r>
              <a:rPr dirty="0" sz="6600" spc="-80"/>
              <a:t> </a:t>
            </a:r>
            <a:r>
              <a:rPr dirty="0" sz="6600" spc="-320"/>
              <a:t>You</a:t>
            </a:r>
            <a:endParaRPr sz="6600"/>
          </a:p>
        </p:txBody>
      </p:sp>
      <p:grpSp>
        <p:nvGrpSpPr>
          <p:cNvPr id="10" name="object 10"/>
          <p:cNvGrpSpPr/>
          <p:nvPr/>
        </p:nvGrpSpPr>
        <p:grpSpPr>
          <a:xfrm>
            <a:off x="1328927" y="2830067"/>
            <a:ext cx="1609725" cy="125095"/>
            <a:chOff x="1328927" y="2830067"/>
            <a:chExt cx="1609725" cy="125095"/>
          </a:xfrm>
        </p:grpSpPr>
        <p:pic>
          <p:nvPicPr>
            <p:cNvPr id="11" name="object 1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328927" y="2831591"/>
              <a:ext cx="771144" cy="123444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1371599" y="2870961"/>
              <a:ext cx="685800" cy="0"/>
            </a:xfrm>
            <a:custGeom>
              <a:avLst/>
              <a:gdLst/>
              <a:ahLst/>
              <a:cxnLst/>
              <a:rect l="l" t="t" r="r" b="b"/>
              <a:pathLst>
                <a:path w="685800" h="0">
                  <a:moveTo>
                    <a:pt x="0" y="0"/>
                  </a:moveTo>
                  <a:lnTo>
                    <a:pt x="685800" y="0"/>
                  </a:lnTo>
                </a:path>
              </a:pathLst>
            </a:custGeom>
            <a:ln w="38100">
              <a:solidFill>
                <a:srgbClr val="006666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3" name="object 1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014727" y="2830067"/>
              <a:ext cx="923544" cy="111251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2057400" y="2866135"/>
              <a:ext cx="838200" cy="0"/>
            </a:xfrm>
            <a:custGeom>
              <a:avLst/>
              <a:gdLst/>
              <a:ahLst/>
              <a:cxnLst/>
              <a:rect l="l" t="t" r="r" b="b"/>
              <a:pathLst>
                <a:path w="838200" h="0">
                  <a:moveTo>
                    <a:pt x="0" y="0"/>
                  </a:moveTo>
                  <a:lnTo>
                    <a:pt x="838200" y="0"/>
                  </a:lnTo>
                </a:path>
              </a:pathLst>
            </a:custGeom>
            <a:ln w="25400">
              <a:solidFill>
                <a:srgbClr val="C0504D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5" name="object 15"/>
          <p:cNvSpPr txBox="1"/>
          <p:nvPr/>
        </p:nvSpPr>
        <p:spPr>
          <a:xfrm>
            <a:off x="402742" y="3227959"/>
            <a:ext cx="5088890" cy="7575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solidFill>
                  <a:srgbClr val="30859C"/>
                </a:solidFill>
                <a:latin typeface="Arial MT"/>
                <a:cs typeface="Arial MT"/>
              </a:rPr>
              <a:t>Your</a:t>
            </a:r>
            <a:r>
              <a:rPr dirty="0" sz="2400" spc="-35">
                <a:solidFill>
                  <a:srgbClr val="30859C"/>
                </a:solidFill>
                <a:latin typeface="Arial MT"/>
                <a:cs typeface="Arial MT"/>
              </a:rPr>
              <a:t> </a:t>
            </a:r>
            <a:r>
              <a:rPr dirty="0" sz="2400" spc="145">
                <a:solidFill>
                  <a:srgbClr val="30859C"/>
                </a:solidFill>
                <a:latin typeface="Arial MT"/>
                <a:cs typeface="Arial MT"/>
              </a:rPr>
              <a:t>supports</a:t>
            </a:r>
            <a:r>
              <a:rPr dirty="0" sz="2400" spc="-30">
                <a:solidFill>
                  <a:srgbClr val="30859C"/>
                </a:solidFill>
                <a:latin typeface="Arial MT"/>
                <a:cs typeface="Arial MT"/>
              </a:rPr>
              <a:t> </a:t>
            </a:r>
            <a:r>
              <a:rPr dirty="0" sz="2400" spc="114">
                <a:solidFill>
                  <a:srgbClr val="30859C"/>
                </a:solidFill>
                <a:latin typeface="Arial MT"/>
                <a:cs typeface="Arial MT"/>
              </a:rPr>
              <a:t>helps</a:t>
            </a:r>
            <a:r>
              <a:rPr dirty="0" sz="2400" spc="-25">
                <a:solidFill>
                  <a:srgbClr val="30859C"/>
                </a:solidFill>
                <a:latin typeface="Arial MT"/>
                <a:cs typeface="Arial MT"/>
              </a:rPr>
              <a:t> </a:t>
            </a:r>
            <a:r>
              <a:rPr dirty="0" sz="2400" spc="100">
                <a:solidFill>
                  <a:srgbClr val="30859C"/>
                </a:solidFill>
                <a:latin typeface="Arial MT"/>
                <a:cs typeface="Arial MT"/>
              </a:rPr>
              <a:t>us</a:t>
            </a:r>
            <a:r>
              <a:rPr dirty="0" sz="2400" spc="-30">
                <a:solidFill>
                  <a:srgbClr val="30859C"/>
                </a:solidFill>
                <a:latin typeface="Arial MT"/>
                <a:cs typeface="Arial MT"/>
              </a:rPr>
              <a:t> </a:t>
            </a:r>
            <a:r>
              <a:rPr dirty="0" sz="2400" spc="120">
                <a:solidFill>
                  <a:srgbClr val="30859C"/>
                </a:solidFill>
                <a:latin typeface="Arial MT"/>
                <a:cs typeface="Arial MT"/>
              </a:rPr>
              <a:t>build</a:t>
            </a:r>
            <a:r>
              <a:rPr dirty="0" sz="2400" spc="-20">
                <a:solidFill>
                  <a:srgbClr val="30859C"/>
                </a:solidFill>
                <a:latin typeface="Arial MT"/>
                <a:cs typeface="Arial MT"/>
              </a:rPr>
              <a:t> </a:t>
            </a:r>
            <a:r>
              <a:rPr dirty="0" sz="2400" spc="30">
                <a:solidFill>
                  <a:srgbClr val="30859C"/>
                </a:solidFill>
                <a:latin typeface="Arial MT"/>
                <a:cs typeface="Arial MT"/>
              </a:rPr>
              <a:t>a </a:t>
            </a:r>
            <a:r>
              <a:rPr dirty="0" sz="2400" spc="100">
                <a:solidFill>
                  <a:srgbClr val="30859C"/>
                </a:solidFill>
                <a:latin typeface="Arial MT"/>
                <a:cs typeface="Arial MT"/>
              </a:rPr>
              <a:t>Hunger-</a:t>
            </a:r>
            <a:r>
              <a:rPr dirty="0" sz="2400" spc="120">
                <a:solidFill>
                  <a:srgbClr val="30859C"/>
                </a:solidFill>
                <a:latin typeface="Arial MT"/>
                <a:cs typeface="Arial MT"/>
              </a:rPr>
              <a:t>free</a:t>
            </a:r>
            <a:r>
              <a:rPr dirty="0" sz="2400" spc="-100">
                <a:solidFill>
                  <a:srgbClr val="30859C"/>
                </a:solidFill>
                <a:latin typeface="Arial MT"/>
                <a:cs typeface="Arial MT"/>
              </a:rPr>
              <a:t> </a:t>
            </a:r>
            <a:r>
              <a:rPr dirty="0" sz="2400" spc="120">
                <a:solidFill>
                  <a:srgbClr val="30859C"/>
                </a:solidFill>
                <a:latin typeface="Arial MT"/>
                <a:cs typeface="Arial MT"/>
              </a:rPr>
              <a:t>and</a:t>
            </a:r>
            <a:r>
              <a:rPr dirty="0" sz="2400" spc="-75">
                <a:solidFill>
                  <a:srgbClr val="30859C"/>
                </a:solidFill>
                <a:latin typeface="Arial MT"/>
                <a:cs typeface="Arial MT"/>
              </a:rPr>
              <a:t> </a:t>
            </a:r>
            <a:r>
              <a:rPr dirty="0" sz="2400" spc="100">
                <a:solidFill>
                  <a:srgbClr val="30859C"/>
                </a:solidFill>
                <a:latin typeface="Arial MT"/>
                <a:cs typeface="Arial MT"/>
              </a:rPr>
              <a:t>waste-</a:t>
            </a:r>
            <a:r>
              <a:rPr dirty="0" sz="2400" spc="120">
                <a:solidFill>
                  <a:srgbClr val="30859C"/>
                </a:solidFill>
                <a:latin typeface="Arial MT"/>
                <a:cs typeface="Arial MT"/>
              </a:rPr>
              <a:t>free</a:t>
            </a:r>
            <a:r>
              <a:rPr dirty="0" sz="2400" spc="-85">
                <a:solidFill>
                  <a:srgbClr val="30859C"/>
                </a:solidFill>
                <a:latin typeface="Arial MT"/>
                <a:cs typeface="Arial MT"/>
              </a:rPr>
              <a:t> </a:t>
            </a:r>
            <a:r>
              <a:rPr dirty="0" sz="2400" spc="130">
                <a:solidFill>
                  <a:srgbClr val="30859C"/>
                </a:solidFill>
                <a:latin typeface="Arial MT"/>
                <a:cs typeface="Arial MT"/>
              </a:rPr>
              <a:t>world.</a:t>
            </a:r>
            <a:endParaRPr sz="2400">
              <a:latin typeface="Arial MT"/>
              <a:cs typeface="Arial MT"/>
            </a:endParaRPr>
          </a:p>
        </p:txBody>
      </p:sp>
      <p:pic>
        <p:nvPicPr>
          <p:cNvPr id="16" name="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5509259" y="2176272"/>
            <a:ext cx="3401567" cy="325983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HP</dc:creator>
  <dc:title>Slide 1</dc:title>
  <dcterms:created xsi:type="dcterms:W3CDTF">2026-09-25T05:21:35Z</dcterms:created>
  <dcterms:modified xsi:type="dcterms:W3CDTF">2026-09-25T05:21:35Z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v10.0.20290.1</vt:lpwstr>
  </property>
  <property fmtid="{D5CDD505-2E9C-101B-9397-08002B2CF9AE}" pid="3" name="Created">
    <vt:filetime>2026-09-24T00:00:00Z</vt:filetime>
  </property>
  <property fmtid="{D5CDD505-2E9C-101B-9397-08002B2CF9AE}" pid="4" name="Creator">
    <vt:lpwstr>Microsoft® Office PowerPoint® 2007</vt:lpwstr>
  </property>
  <property fmtid="{D5CDD505-2E9C-101B-9397-08002B2CF9AE}" pid="5" name="LastSaved">
    <vt:filetime>2026-09-25T00:00:00Z</vt:filetime>
  </property>
  <property fmtid="{D5CDD505-2E9C-101B-9397-08002B2CF9AE}" pid="6" name="Producer">
    <vt:lpwstr>Microsoft® Office PowerPoint® 2007</vt:lpwstr>
  </property>
</Properties>
</file>